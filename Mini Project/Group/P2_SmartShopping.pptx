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98" r:id="rId2"/>
    <p:sldId id="256" r:id="rId3"/>
    <p:sldId id="290" r:id="rId4"/>
    <p:sldId id="273" r:id="rId5"/>
    <p:sldId id="274" r:id="rId6"/>
    <p:sldId id="295" r:id="rId7"/>
    <p:sldId id="296" r:id="rId8"/>
    <p:sldId id="272" r:id="rId9"/>
    <p:sldId id="292" r:id="rId10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2"/>
      <p:bold r:id="rId13"/>
      <p:italic r:id="rId14"/>
      <p:boldItalic r:id="rId15"/>
    </p:embeddedFont>
    <p:embeddedFont>
      <p:font typeface="Fira Sans Extra Condensed" panose="020B05030500000200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0CF1F-3939-445D-BE5F-7B1C2D1DAAD2}" v="105" dt="2024-09-10T09:40:06.530"/>
  </p1510:revLst>
</p1510:revInfo>
</file>

<file path=ppt/tableStyles.xml><?xml version="1.0" encoding="utf-8"?>
<a:tblStyleLst xmlns:a="http://schemas.openxmlformats.org/drawingml/2006/main" def="{B9ECD193-8580-429E-9C6B-7FF9A2C6AE76}">
  <a:tblStyle styleId="{B9ECD193-8580-429E-9C6B-7FF9A2C6AE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60"/>
  </p:normalViewPr>
  <p:slideViewPr>
    <p:cSldViewPr snapToGrid="0">
      <p:cViewPr varScale="1">
        <p:scale>
          <a:sx n="93" d="100"/>
          <a:sy n="93" d="100"/>
        </p:scale>
        <p:origin x="1517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 Yi Fei" userId="4042c1cf46da7474" providerId="LiveId" clId="{A3D0CF1F-3939-445D-BE5F-7B1C2D1DAAD2}"/>
    <pc:docChg chg="undo redo custSel addSld delSld modSld sldOrd delMainMaster">
      <pc:chgData name="Tan Yi Fei" userId="4042c1cf46da7474" providerId="LiveId" clId="{A3D0CF1F-3939-445D-BE5F-7B1C2D1DAAD2}" dt="2024-09-10T09:41:35.360" v="2070" actId="14100"/>
      <pc:docMkLst>
        <pc:docMk/>
      </pc:docMkLst>
      <pc:sldChg chg="modSp add del mod modTransition">
        <pc:chgData name="Tan Yi Fei" userId="4042c1cf46da7474" providerId="LiveId" clId="{A3D0CF1F-3939-445D-BE5F-7B1C2D1DAAD2}" dt="2024-09-10T09:28:47.211" v="1944" actId="47"/>
        <pc:sldMkLst>
          <pc:docMk/>
          <pc:sldMk cId="0" sldId="256"/>
        </pc:sldMkLst>
        <pc:spChg chg="mod">
          <ac:chgData name="Tan Yi Fei" userId="4042c1cf46da7474" providerId="LiveId" clId="{A3D0CF1F-3939-445D-BE5F-7B1C2D1DAAD2}" dt="2024-09-10T08:44:52.533" v="1712" actId="14100"/>
          <ac:spMkLst>
            <pc:docMk/>
            <pc:sldMk cId="0" sldId="256"/>
            <ac:spMk id="62" creationId="{00000000-0000-0000-0000-000000000000}"/>
          </ac:spMkLst>
        </pc:spChg>
      </pc:sldChg>
      <pc:sldChg chg="del">
        <pc:chgData name="Tan Yi Fei" userId="4042c1cf46da7474" providerId="LiveId" clId="{A3D0CF1F-3939-445D-BE5F-7B1C2D1DAAD2}" dt="2024-09-10T09:28:40.664" v="1904" actId="47"/>
        <pc:sldMkLst>
          <pc:docMk/>
          <pc:sldMk cId="0" sldId="257"/>
        </pc:sldMkLst>
      </pc:sldChg>
      <pc:sldChg chg="del">
        <pc:chgData name="Tan Yi Fei" userId="4042c1cf46da7474" providerId="LiveId" clId="{A3D0CF1F-3939-445D-BE5F-7B1C2D1DAAD2}" dt="2024-09-10T09:28:40.711" v="1905" actId="47"/>
        <pc:sldMkLst>
          <pc:docMk/>
          <pc:sldMk cId="0" sldId="258"/>
        </pc:sldMkLst>
      </pc:sldChg>
      <pc:sldChg chg="del">
        <pc:chgData name="Tan Yi Fei" userId="4042c1cf46da7474" providerId="LiveId" clId="{A3D0CF1F-3939-445D-BE5F-7B1C2D1DAAD2}" dt="2024-09-10T09:28:40.756" v="1906" actId="47"/>
        <pc:sldMkLst>
          <pc:docMk/>
          <pc:sldMk cId="0" sldId="259"/>
        </pc:sldMkLst>
      </pc:sldChg>
      <pc:sldChg chg="del">
        <pc:chgData name="Tan Yi Fei" userId="4042c1cf46da7474" providerId="LiveId" clId="{A3D0CF1F-3939-445D-BE5F-7B1C2D1DAAD2}" dt="2024-09-10T09:28:40.791" v="1907" actId="47"/>
        <pc:sldMkLst>
          <pc:docMk/>
          <pc:sldMk cId="0" sldId="260"/>
        </pc:sldMkLst>
      </pc:sldChg>
      <pc:sldChg chg="del">
        <pc:chgData name="Tan Yi Fei" userId="4042c1cf46da7474" providerId="LiveId" clId="{A3D0CF1F-3939-445D-BE5F-7B1C2D1DAAD2}" dt="2024-09-10T09:28:40.824" v="1908" actId="47"/>
        <pc:sldMkLst>
          <pc:docMk/>
          <pc:sldMk cId="0" sldId="261"/>
        </pc:sldMkLst>
      </pc:sldChg>
      <pc:sldChg chg="del">
        <pc:chgData name="Tan Yi Fei" userId="4042c1cf46da7474" providerId="LiveId" clId="{A3D0CF1F-3939-445D-BE5F-7B1C2D1DAAD2}" dt="2024-09-10T09:28:40.860" v="1909" actId="47"/>
        <pc:sldMkLst>
          <pc:docMk/>
          <pc:sldMk cId="0" sldId="262"/>
        </pc:sldMkLst>
      </pc:sldChg>
      <pc:sldChg chg="del">
        <pc:chgData name="Tan Yi Fei" userId="4042c1cf46da7474" providerId="LiveId" clId="{A3D0CF1F-3939-445D-BE5F-7B1C2D1DAAD2}" dt="2024-09-10T09:28:40.898" v="1910" actId="47"/>
        <pc:sldMkLst>
          <pc:docMk/>
          <pc:sldMk cId="0" sldId="263"/>
        </pc:sldMkLst>
      </pc:sldChg>
      <pc:sldChg chg="del">
        <pc:chgData name="Tan Yi Fei" userId="4042c1cf46da7474" providerId="LiveId" clId="{A3D0CF1F-3939-445D-BE5F-7B1C2D1DAAD2}" dt="2024-09-10T09:28:40.931" v="1911" actId="47"/>
        <pc:sldMkLst>
          <pc:docMk/>
          <pc:sldMk cId="0" sldId="264"/>
        </pc:sldMkLst>
      </pc:sldChg>
      <pc:sldChg chg="del">
        <pc:chgData name="Tan Yi Fei" userId="4042c1cf46da7474" providerId="LiveId" clId="{A3D0CF1F-3939-445D-BE5F-7B1C2D1DAAD2}" dt="2024-09-10T09:28:40.969" v="1912" actId="47"/>
        <pc:sldMkLst>
          <pc:docMk/>
          <pc:sldMk cId="0" sldId="265"/>
        </pc:sldMkLst>
      </pc:sldChg>
      <pc:sldChg chg="del">
        <pc:chgData name="Tan Yi Fei" userId="4042c1cf46da7474" providerId="LiveId" clId="{A3D0CF1F-3939-445D-BE5F-7B1C2D1DAAD2}" dt="2024-09-10T09:28:41.007" v="1913" actId="47"/>
        <pc:sldMkLst>
          <pc:docMk/>
          <pc:sldMk cId="0" sldId="266"/>
        </pc:sldMkLst>
      </pc:sldChg>
      <pc:sldChg chg="del">
        <pc:chgData name="Tan Yi Fei" userId="4042c1cf46da7474" providerId="LiveId" clId="{A3D0CF1F-3939-445D-BE5F-7B1C2D1DAAD2}" dt="2024-09-10T09:28:41.048" v="1914" actId="47"/>
        <pc:sldMkLst>
          <pc:docMk/>
          <pc:sldMk cId="0" sldId="267"/>
        </pc:sldMkLst>
      </pc:sldChg>
      <pc:sldChg chg="del">
        <pc:chgData name="Tan Yi Fei" userId="4042c1cf46da7474" providerId="LiveId" clId="{A3D0CF1F-3939-445D-BE5F-7B1C2D1DAAD2}" dt="2024-09-10T09:28:43.443" v="1915" actId="47"/>
        <pc:sldMkLst>
          <pc:docMk/>
          <pc:sldMk cId="0" sldId="268"/>
        </pc:sldMkLst>
      </pc:sldChg>
      <pc:sldChg chg="del">
        <pc:chgData name="Tan Yi Fei" userId="4042c1cf46da7474" providerId="LiveId" clId="{A3D0CF1F-3939-445D-BE5F-7B1C2D1DAAD2}" dt="2024-09-10T09:28:44.064" v="1916" actId="47"/>
        <pc:sldMkLst>
          <pc:docMk/>
          <pc:sldMk cId="0" sldId="269"/>
        </pc:sldMkLst>
      </pc:sldChg>
      <pc:sldChg chg="del">
        <pc:chgData name="Tan Yi Fei" userId="4042c1cf46da7474" providerId="LiveId" clId="{A3D0CF1F-3939-445D-BE5F-7B1C2D1DAAD2}" dt="2024-09-10T09:28:44.106" v="1917" actId="47"/>
        <pc:sldMkLst>
          <pc:docMk/>
          <pc:sldMk cId="0" sldId="270"/>
        </pc:sldMkLst>
      </pc:sldChg>
      <pc:sldChg chg="del">
        <pc:chgData name="Tan Yi Fei" userId="4042c1cf46da7474" providerId="LiveId" clId="{A3D0CF1F-3939-445D-BE5F-7B1C2D1DAAD2}" dt="2024-09-10T09:28:44.147" v="1918" actId="47"/>
        <pc:sldMkLst>
          <pc:docMk/>
          <pc:sldMk cId="0" sldId="271"/>
        </pc:sldMkLst>
      </pc:sldChg>
      <pc:sldChg chg="addSp delSp modSp add del mod ord modNotes">
        <pc:chgData name="Tan Yi Fei" userId="4042c1cf46da7474" providerId="LiveId" clId="{A3D0CF1F-3939-445D-BE5F-7B1C2D1DAAD2}" dt="2024-09-10T09:38:11.323" v="2048" actId="478"/>
        <pc:sldMkLst>
          <pc:docMk/>
          <pc:sldMk cId="0" sldId="272"/>
        </pc:sldMkLst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" creationId="{A61A6751-E4BA-671D-BFF3-9DEA1049362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" creationId="{80D5E136-4BDD-C551-A018-0915C5B1CA6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" creationId="{FB9342E5-40B7-8FFB-D27B-1BB23485284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6" creationId="{528E6BFE-C5D8-A6C0-CFFE-69549A75382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7" creationId="{A3EC40C3-8EF9-AFA8-0F43-CC85FB5685D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8" creationId="{AEDFC06D-8952-5152-79AB-487B4986E6B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9" creationId="{A8932AEB-804B-50E2-393C-02368AA4590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0" creationId="{7E60EC52-248A-4366-7B70-D56BD79750C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1" creationId="{CA4FFAE7-984B-EABC-4874-FA95182EC5B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2" creationId="{127CA068-0553-72CC-2301-B4B31C9F707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3" creationId="{D9D1DC6C-CDB2-F18E-8DBB-26B1FB0C011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4" creationId="{09E0FD1F-8815-B966-2143-64CB12A81A4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5" creationId="{ECBA9840-EA79-8D2F-9B8C-9998C996619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6" creationId="{AC128D61-1D5F-B422-15F6-29953FC8C86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" creationId="{4F4DCA33-50C7-1109-5D27-C05F24C80C0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" creationId="{3855FA1C-C65D-1ED7-B056-0A36BB3EE69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" creationId="{C665F7F8-4B76-4667-4EC0-ABF4487B57C3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0" creationId="{60D711EA-2ABE-E972-E3D4-72A5E018BA7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1" creationId="{A2B9B667-C0CA-C7F4-1DBF-391C7DDCFA4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2" creationId="{57DAC1D8-BFAA-F915-4C91-2D3ACF2E820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4" creationId="{5C09DDB3-0D1B-8B39-BE62-E445384851B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5" creationId="{0651BD8C-52C3-4B87-92A6-9EAB32C0FEF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6" creationId="{5B458648-8526-AD00-CC5B-3E49730008A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7" creationId="{502D7CD2-F1DF-B186-7EB7-4B7464A674E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8" creationId="{DF1FAB6E-0767-80FC-E840-379AD982FDA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29" creationId="{353ADA07-567D-F6AB-FAF7-F7E3837F7F7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0" creationId="{EE75B629-32EF-1125-6868-8424CFE00BD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1" creationId="{2F97F7D7-6C6B-390D-D325-91B3210AD12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2" creationId="{4064E5B3-9D26-B4A8-9F03-12DE7F8C642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3" creationId="{883AB1C4-9D24-3CAC-CE5F-493CEEF5B79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4" creationId="{EE389CE1-B882-67E3-A59B-77B11EEB594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5" creationId="{6B1A1F60-6E02-C1CB-C995-F24A46A1860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6" creationId="{428374A7-D343-8321-E6CB-5D63471E6D8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7" creationId="{85E95E67-C9BA-E048-2E79-225363F92E8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8" creationId="{29CC921E-0515-1FB4-7EC2-76887FA75F5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39" creationId="{091B7159-A575-C0ED-FE84-A96E86339A2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0" creationId="{5A96EA99-B3EF-A2E8-2A50-29918CF671B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1" creationId="{362C8D4B-121E-3AEB-F8D8-CAFA2C810E4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2" creationId="{EEDA558C-A08E-CABE-C004-A20B47C14DC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3" creationId="{C767DC25-F574-375E-3E2B-C6371F72790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5" creationId="{C6EA4EBA-5E14-056D-F19E-943EBE4C980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6" creationId="{8B2846B5-C826-EE1D-8B2B-5E6F429FD8C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7" creationId="{465519F4-9BF1-5088-296F-43B8FF01C5B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8" creationId="{E5556C18-91D8-D8F2-CA1D-2FF339EAD22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49" creationId="{A1B00B42-DFC5-AA35-2C99-18013F7EE3C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0" creationId="{CE60302F-17BF-D877-4B2A-6A87482770D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1" creationId="{8B382CF8-C95A-BE65-FC7C-B0E16E02E5F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2" creationId="{D82F5BC5-9F2D-29DB-487C-F9F1241EDD0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3" creationId="{83046CD0-1273-5492-FB57-03C40F9ADFB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4" creationId="{760C23A7-1DB3-42EA-729B-1A46CE9F8CC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5" creationId="{683EA14C-4738-0A74-A2B6-2F686C13F28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6" creationId="{3F7A46F7-C8DC-7F30-45C4-1A92BFCC249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7" creationId="{E7AE6875-A65E-C67C-C7EC-983894A51E0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8" creationId="{8ED1B0C3-AA9E-4BD0-E458-709920193DE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59" creationId="{E258AA5C-7B3A-0AFF-C7EF-A0A0A47A25E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60" creationId="{C36D7B36-6F29-31D3-DB46-81BFCD5483F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61" creationId="{C1C905BF-6976-94BD-BD77-5C19AE2E0DD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62" creationId="{2E992F45-DAD8-F209-501B-CC58FE97BE4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63" creationId="{7B8152FC-4A65-D4A4-8DEF-6DBA56C86375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24" creationId="{4B0E4A4C-836D-B822-7BD8-9A5219BBEE86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25" creationId="{17FDE3E9-600D-1FE9-F7C3-D4A3790AAD88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29" creationId="{95400C56-B7A2-4A0A-5ADF-826D2C5B4DC2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31" creationId="{801FEAC5-4DD9-7019-6C04-3E1BED32A6B9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33" creationId="{75572F53-B175-0E62-9E43-4D875E1246B1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1035" creationId="{A0CB742F-3DEB-E43F-119C-53E7DD8A168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28" creationId="{FC73648F-BFD6-7700-535C-9D93B43A25B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29" creationId="{1A48FC3F-8450-5BB0-6A67-92387D60B21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30" creationId="{A122C7D1-306F-82B9-1A40-C60966C9E86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31" creationId="{756602A3-33C4-7E8A-0AA6-F183F4BAF2E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32" creationId="{49E4C5F7-4479-8EA2-C565-55068C42D4B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733" creationId="{AC871EFC-AC60-2F5D-06E5-8F7EB9AB88BA}"/>
          </ac:spMkLst>
        </pc:spChg>
        <pc:spChg chg="mod">
          <ac:chgData name="Tan Yi Fei" userId="4042c1cf46da7474" providerId="LiveId" clId="{A3D0CF1F-3939-445D-BE5F-7B1C2D1DAAD2}" dt="2024-09-10T08:07:20.562" v="700" actId="1076"/>
          <ac:spMkLst>
            <pc:docMk/>
            <pc:sldMk cId="0" sldId="272"/>
            <ac:spMk id="1754" creationId="{00000000-0000-0000-0000-000000000000}"/>
          </ac:spMkLst>
        </pc:spChg>
        <pc:spChg chg="mod">
          <ac:chgData name="Tan Yi Fei" userId="4042c1cf46da7474" providerId="LiveId" clId="{A3D0CF1F-3939-445D-BE5F-7B1C2D1DAAD2}" dt="2024-09-10T08:07:32.352" v="704" actId="404"/>
          <ac:spMkLst>
            <pc:docMk/>
            <pc:sldMk cId="0" sldId="272"/>
            <ac:spMk id="1775" creationId="{00000000-0000-0000-0000-000000000000}"/>
          </ac:spMkLst>
        </pc:spChg>
        <pc:spChg chg="mod">
          <ac:chgData name="Tan Yi Fei" userId="4042c1cf46da7474" providerId="LiveId" clId="{A3D0CF1F-3939-445D-BE5F-7B1C2D1DAAD2}" dt="2024-09-10T08:19:35.880" v="1176" actId="1076"/>
          <ac:spMkLst>
            <pc:docMk/>
            <pc:sldMk cId="0" sldId="272"/>
            <ac:spMk id="1782" creationId="{00000000-0000-0000-0000-000000000000}"/>
          </ac:spMkLst>
        </pc:spChg>
        <pc:spChg chg="mod">
          <ac:chgData name="Tan Yi Fei" userId="4042c1cf46da7474" providerId="LiveId" clId="{A3D0CF1F-3939-445D-BE5F-7B1C2D1DAAD2}" dt="2024-09-10T08:19:51.006" v="1182" actId="1035"/>
          <ac:spMkLst>
            <pc:docMk/>
            <pc:sldMk cId="0" sldId="272"/>
            <ac:spMk id="1796" creationId="{00000000-0000-0000-0000-000000000000}"/>
          </ac:spMkLst>
        </pc:spChg>
        <pc:spChg chg="del mod">
          <ac:chgData name="Tan Yi Fei" userId="4042c1cf46da7474" providerId="LiveId" clId="{A3D0CF1F-3939-445D-BE5F-7B1C2D1DAAD2}" dt="2024-09-10T07:58:20.595" v="479" actId="478"/>
          <ac:spMkLst>
            <pc:docMk/>
            <pc:sldMk cId="0" sldId="272"/>
            <ac:spMk id="1797" creationId="{00000000-0000-0000-0000-000000000000}"/>
          </ac:spMkLst>
        </pc:spChg>
        <pc:spChg chg="mod">
          <ac:chgData name="Tan Yi Fei" userId="4042c1cf46da7474" providerId="LiveId" clId="{A3D0CF1F-3939-445D-BE5F-7B1C2D1DAAD2}" dt="2024-09-10T08:00:11.920" v="505" actId="1036"/>
          <ac:spMkLst>
            <pc:docMk/>
            <pc:sldMk cId="0" sldId="272"/>
            <ac:spMk id="1871" creationId="{00000000-0000-0000-0000-000000000000}"/>
          </ac:spMkLst>
        </pc:spChg>
        <pc:spChg chg="mod">
          <ac:chgData name="Tan Yi Fei" userId="4042c1cf46da7474" providerId="LiveId" clId="{A3D0CF1F-3939-445D-BE5F-7B1C2D1DAAD2}" dt="2024-09-10T08:16:00.834" v="1015" actId="20577"/>
          <ac:spMkLst>
            <pc:docMk/>
            <pc:sldMk cId="0" sldId="272"/>
            <ac:spMk id="1872" creationId="{00000000-0000-0000-0000-000000000000}"/>
          </ac:spMkLst>
        </pc:spChg>
        <pc:spChg chg="mod">
          <ac:chgData name="Tan Yi Fei" userId="4042c1cf46da7474" providerId="LiveId" clId="{A3D0CF1F-3939-445D-BE5F-7B1C2D1DAAD2}" dt="2024-09-10T08:00:16.288" v="517" actId="1036"/>
          <ac:spMkLst>
            <pc:docMk/>
            <pc:sldMk cId="0" sldId="272"/>
            <ac:spMk id="187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3" creationId="{63F6761E-A741-E687-EC02-8D795314E96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5" creationId="{81E5B91A-F837-73F4-BA3A-BC15F33B71E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6" creationId="{D480B1E0-1324-ACA3-223E-1DDF66FA619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7" creationId="{CE88ADAF-EF06-9115-7E60-318FC64B60B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8" creationId="{A0C51551-D141-928A-3D90-6C090A32AB0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899" creationId="{CEA9F085-F073-DDC9-0395-FBEA86657AA3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0" creationId="{C113298D-3F2E-BED0-6A87-E18B0EEAF47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1" creationId="{6A13E424-FDB7-A041-009F-16A97F450B9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2" creationId="{5CA2AAAF-83A8-5B7A-FB96-A6A8F30D492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3" creationId="{38E940E3-3CCA-6E27-6C0E-E3C7F80D7F4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4" creationId="{13A9309D-6B7A-13DC-1915-03FD232136C3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5" creationId="{5E540A58-177E-E445-2B0D-FF354AE6F79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6" creationId="{C1294375-9DC3-7000-6E16-FA87C1F01A1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7" creationId="{BEB55A94-6198-8328-9D3D-4A55B02E9FE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8" creationId="{57328F36-CE0C-2BE2-9C64-86D81D7E97A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09" creationId="{51F19EFC-8094-426A-3D62-3F17534ED14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0" creationId="{2CFD4BE0-49E4-2C2D-550B-27A0C309B19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1" creationId="{2730A364-028E-A810-2FF7-56FE74423C5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2" creationId="{629057BC-3CDF-A769-A188-36BB751C7C8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3" creationId="{6444B841-0265-D9A5-A359-0F97D6E9458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4" creationId="{01DEC64C-545B-3E2F-ED8B-5F55E1A192A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5" creationId="{A39074C1-4443-CF66-57C4-C28B632ACF4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6" creationId="{A4766809-EB0A-334F-5F2C-CD7B23E1D64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8" creationId="{7ADDC2BA-BFE8-B830-7B40-B6B762C2EE9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19" creationId="{4C620BB3-9AD3-F922-3D6A-C589C9EAA25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0" creationId="{18C1B70C-0FF2-BC12-DB3D-FE36AE07439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1" creationId="{2291544E-03D9-15C0-2A5A-F20E7B0763C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2" creationId="{CAB02A5C-C892-F38F-2E65-384396EC091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3" creationId="{4184E3F6-8004-97B3-98D0-B14D1FD2CC0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4" creationId="{05F4F9E9-0A89-A570-E1FA-BA28BA01E4E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5" creationId="{83A2CD40-40F3-269A-C605-DF377212CB5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6" creationId="{9E177DBE-5BF7-9751-00E2-1CD7770DD7B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7" creationId="{A084C7E0-9706-0F37-21D0-9CE1689B356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8" creationId="{EE5E0F95-42D4-DDA7-E869-D5280058D1B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29" creationId="{CCE8E28C-782E-F807-0900-64F97C58E34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0" creationId="{CE874817-B1C3-6416-1453-57637D2BF43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1" creationId="{90E52036-557C-AFB7-DAE6-7FF89EDA084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2" creationId="{2F73E2CB-FD65-B7D1-C59F-42080985BA2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3" creationId="{F4F3F53D-DFFD-C189-1D42-D45A633C8FD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4" creationId="{276C3096-5A67-F60B-D7F4-55C2F4E54782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5" creationId="{75F2E9C6-E01B-F658-CA11-11DF54F9825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7" creationId="{25A7AD29-7763-3AF5-08C1-C2230B251F5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8" creationId="{41A34EB2-0CD6-E1BC-44DA-F361958EF73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39" creationId="{C027D6EB-ED11-42D2-7B88-71949DB875F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0" creationId="{32C9D035-94E9-8461-A394-7F7D486801F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1" creationId="{F50B7F9A-B0D3-96ED-997C-8B1A86A6FC7E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2" creationId="{A1CE4007-9134-F95F-B57C-7623EBE58C6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3" creationId="{18D05529-9196-12E7-43DE-4FB7F286D8C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4" creationId="{351E31B4-5146-31FB-9735-307C6F7DEE8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5" creationId="{A53B847D-54B2-836D-DD22-A67B04CC9AB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6" creationId="{31D6FE3A-DD4E-8A54-E2C7-9677B078DC7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7" creationId="{890476A9-6EC1-5822-553F-C2E2AF83ECD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8" creationId="{FA44F5DC-0802-9EFE-5CE3-9FC7B42FBF2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49" creationId="{4610C09E-D10F-441B-6E80-9B6C395CE04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0" creationId="{33433403-20B8-DB41-7525-F4BE23240CA5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1" creationId="{C27F1DB7-9039-6E0A-F0D0-CFDD894E3BF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2" creationId="{6479E2F7-40A4-98F1-EC38-9D4EB2E6157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3" creationId="{72D880B3-B557-08D6-F04B-EE182D64A2D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4" creationId="{29D1579E-5E4C-6EAE-39ED-29534029071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5" creationId="{23733D08-A507-A2BE-0EA7-D43B1837EC29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6" creationId="{3319CEAC-DADB-BF7C-26C4-C888167B3D3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7" creationId="{03785E2D-5976-2B65-E18B-0DE3A244AE1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8" creationId="{02B0EBE1-A443-7360-090E-BD834D3A5AA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59" creationId="{AF8B09F1-48EF-CE13-EF91-F2F6FA17EA0A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60" creationId="{515173A3-C685-B660-91A7-4A29EB704E9B}"/>
          </ac:spMkLst>
        </pc:spChg>
        <pc:spChg chg="add mod">
          <ac:chgData name="Tan Yi Fei" userId="4042c1cf46da7474" providerId="LiveId" clId="{A3D0CF1F-3939-445D-BE5F-7B1C2D1DAAD2}" dt="2024-09-10T07:58:16.975" v="478" actId="1076"/>
          <ac:spMkLst>
            <pc:docMk/>
            <pc:sldMk cId="0" sldId="272"/>
            <ac:spMk id="1961" creationId="{AC424F33-40A6-F30D-6B05-F7A57CB170C9}"/>
          </ac:spMkLst>
        </pc:spChg>
        <pc:spChg chg="add mod">
          <ac:chgData name="Tan Yi Fei" userId="4042c1cf46da7474" providerId="LiveId" clId="{A3D0CF1F-3939-445D-BE5F-7B1C2D1DAAD2}" dt="2024-09-10T07:58:16.975" v="478" actId="1076"/>
          <ac:spMkLst>
            <pc:docMk/>
            <pc:sldMk cId="0" sldId="272"/>
            <ac:spMk id="1962" creationId="{32D92A5D-4B23-EC40-13BD-81B9F421CF27}"/>
          </ac:spMkLst>
        </pc:spChg>
        <pc:spChg chg="add mod">
          <ac:chgData name="Tan Yi Fei" userId="4042c1cf46da7474" providerId="LiveId" clId="{A3D0CF1F-3939-445D-BE5F-7B1C2D1DAAD2}" dt="2024-09-10T07:58:16.975" v="478" actId="1076"/>
          <ac:spMkLst>
            <pc:docMk/>
            <pc:sldMk cId="0" sldId="272"/>
            <ac:spMk id="1963" creationId="{AC697A84-5065-EB94-046B-318D013A0F6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66" creationId="{F6AA6BFF-8D70-4047-535E-CF0EA438D371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67" creationId="{7985073A-3D4B-F961-8600-A91A8EC093B7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68" creationId="{1E2B0F2C-A8F2-CE08-43C3-11E9520DB5E6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69" creationId="{7C4330DC-EA44-6FC8-1A91-BFB5F350A9DB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2" creationId="{42E07FD3-361E-AC73-51C1-704C584CDB98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3" creationId="{2B2727C5-9E59-06DE-F21C-A4D26BE8B26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4" creationId="{447EA38E-4283-C5F8-EDB3-5E5FEE419A24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5" creationId="{28661CC3-BD4F-F768-D9F7-23C1519B3F10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8" creationId="{F84F8D66-9754-FA8E-AD1A-2D2554832BCD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79" creationId="{B1B52D7C-113E-9D24-4279-1D9B0DE15A9F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80" creationId="{22B74543-DCC3-8D1C-6BC6-D6C908A39E4C}"/>
          </ac:spMkLst>
        </pc:spChg>
        <pc:spChg chg="mod">
          <ac:chgData name="Tan Yi Fei" userId="4042c1cf46da7474" providerId="LiveId" clId="{A3D0CF1F-3939-445D-BE5F-7B1C2D1DAAD2}" dt="2024-09-10T07:58:07.671" v="476"/>
          <ac:spMkLst>
            <pc:docMk/>
            <pc:sldMk cId="0" sldId="272"/>
            <ac:spMk id="1981" creationId="{61773DCD-953C-3CFE-1DF8-CBB7C7AFF2F4}"/>
          </ac:spMkLst>
        </pc:spChg>
        <pc:spChg chg="add del mod">
          <ac:chgData name="Tan Yi Fei" userId="4042c1cf46da7474" providerId="LiveId" clId="{A3D0CF1F-3939-445D-BE5F-7B1C2D1DAAD2}" dt="2024-09-10T07:58:22.679" v="480" actId="478"/>
          <ac:spMkLst>
            <pc:docMk/>
            <pc:sldMk cId="0" sldId="272"/>
            <ac:spMk id="1984" creationId="{B57A24B0-D8D3-404E-36DB-16C22525B0E8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86" creationId="{FD0A897B-05B7-3A3A-8565-BD7EE119A05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87" creationId="{0D673245-D610-E482-D9BA-FAEC27DE024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88" creationId="{610A3FB7-B0B2-2273-FD39-E43F4E6BB7E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89" creationId="{63B92233-EEC4-8008-908C-F974F9738D98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0" creationId="{1C354F7B-D5E6-799F-94CA-31AB5BEDA93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1" creationId="{DF70FF24-E50E-988F-23F6-8E3CD929B43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2" creationId="{EDB721BC-A7B8-ABB5-A6F4-203AF7BD32D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3" creationId="{8D460367-2248-08A7-5B1E-89F839A0217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4" creationId="{9C4B7B77-1D0E-E9D6-912F-4C17185007B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5" creationId="{8BB875BB-C270-35B4-5AB3-BF56707B566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6" creationId="{94A5BB5A-9462-8F1B-EB20-9D1AEDF9109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7" creationId="{C0EEAF3A-772C-BAEF-5252-ADC210E2C5A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8" creationId="{3DEFE2D2-37CA-F028-0BD0-9DF25BC1495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1999" creationId="{069966A5-7AA7-D66D-3472-C5436A2A5AC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0" creationId="{CB26609E-2383-709B-C5AC-F9274B750AE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1" creationId="{21EC9A9D-FBA3-EAA1-7733-698C157FDF1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2" creationId="{BB911B1F-C6FB-F48C-DC1E-CAE50A896E0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3" creationId="{105AC228-8359-90C3-7D32-3F61766CA7E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4" creationId="{4EFDEC8D-8765-7A4D-D7CC-21EC007AA80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5" creationId="{C405797B-9A5E-8E73-9841-E794DA1BED3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7" creationId="{2AAEACF3-D71D-430B-970D-E939919AE74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8" creationId="{07237980-29B6-641B-086F-8D7B6E24591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09" creationId="{EA424D68-A9D8-01FB-F971-C01152A7AAD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0" creationId="{5E0B2705-48EA-5C4C-207F-4EA4EB7AD07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1" creationId="{75373FD9-6FB3-8419-67E8-23AF53C5662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2" creationId="{F2815E2F-B629-D578-1BB0-4A3CF46D8E2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3" creationId="{5464ED61-3B6A-CA9C-E4EF-20042E4FC27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4" creationId="{58CC6B14-D2AE-07B9-E8F9-975178CA4E5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5" creationId="{9E586CFA-C7B3-6C33-5122-C91A31492E0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6" creationId="{8E7F3664-8815-43E9-6800-3381D34F4B2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7" creationId="{3B2FBCD6-A8C1-8CBA-173D-53E3730E423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8" creationId="{13BA7539-CCA1-2A7E-E074-05AD219A98F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19" creationId="{4D450D1C-9751-C77F-3B0A-88B39392A8E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0" creationId="{02370EEC-D434-4F4A-E22F-10A31075DC5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1" creationId="{CCFED784-78C3-EDED-F43B-E2C4B0D310A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2" creationId="{3E5C7CD2-3055-B582-971E-E7F6EA66C95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3" creationId="{D1B73938-9926-63B3-E8B3-F71CA24D18D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4" creationId="{B45B6058-5470-0AB9-C922-05C42892D55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5" creationId="{358522A1-F0FD-7CDC-ED56-B0F9700EA61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6" creationId="{BF2E9547-90EB-FA84-49F4-7B6E6F94CD3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8" creationId="{A28688DB-5B78-BD95-452F-13F8DCFF7DFD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29" creationId="{180A8F0F-F181-4BC5-6AC2-0F09A2CA162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0" creationId="{3125FCA8-313F-9CE2-9732-420C4B7E008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1" creationId="{5CEA3DA4-153A-BB4B-EC0F-5C089F4AD33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2" creationId="{B765EFB8-91F7-8E9C-CAB2-6A879CC0044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3" creationId="{C17BAF11-AB60-C3C7-0818-36C4EFF1D31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4" creationId="{9CE3E5EB-D250-39C9-72FA-0588E004854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5" creationId="{FD6ED5FF-7505-BC06-B978-D06D0D247D9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6" creationId="{9F235121-A493-819E-0467-FE3013257592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7" creationId="{F279F9EC-5FD3-5901-F79D-369B24BFBB1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8" creationId="{8FBC6645-4756-AE38-FBB0-E3C01EF0B44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39" creationId="{53DBC8F0-365A-95C0-A559-6C8A086E176D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0" creationId="{9538D99E-7D45-D68C-97DA-3964D6F4277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1" creationId="{2C121F33-07E6-DA69-2A40-587773043E7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2" creationId="{D9623157-6AE8-4D35-1C07-FC457B91A28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3" creationId="{9781A007-4F9E-527C-435D-5857ED5408D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4" creationId="{01B87664-90E0-D61E-1EAE-9E8B6642F79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5" creationId="{9BBE308E-A86F-6FF3-CE58-A78E23AF9AE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6" creationId="{F3FF6A3B-CDFC-CEE1-C3FB-6459D1D51DA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7" creationId="{183D65F2-70C1-1AD5-6B8F-05E559E86EE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49" creationId="{CEDB62CC-C4EB-0B6F-8E7E-6E76BD75489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0" creationId="{DE7DE125-FF15-28FA-AB35-B0F7644E56D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1" creationId="{9915BD8C-F0E2-950E-F355-6A7D8A22A70D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2" creationId="{069D8730-E5A7-50C9-B6D4-8EF62A496A1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3" creationId="{671D515D-D4B2-4797-2D92-52B6BFD7947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4" creationId="{7D68FC17-C061-37CA-8DFE-00CF46EB9A7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5" creationId="{777D789C-C0FA-4A2E-C4B1-F82A6B2A269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6" creationId="{2BCBD396-0DAA-D712-D243-23EC4EE1427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7" creationId="{64BAE968-EA66-8FB4-8E9D-69B99E84703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8" creationId="{B5FAFDE8-301E-966A-2364-62A5F602DD8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59" creationId="{850277D1-5766-1D21-DE7A-270046CC0ED8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0" creationId="{57D02DA9-18C3-18E3-8328-04067B7A267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1" creationId="{0FA3A998-A3A6-A1F5-A0AB-40FA0AC110FD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2" creationId="{84731C88-44FE-5A91-6B1C-E288CD59C7D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3" creationId="{0982679B-D9D7-AA00-303F-AEE8F84F2E4C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4" creationId="{BF238B2D-763F-43CD-42FF-84A19642A89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5" creationId="{94E4AAD7-DAE9-7553-F709-30FB8825C51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6" creationId="{9FDD7F57-B3B2-14CD-B226-CFADC5114B88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7" creationId="{C70B678C-38D8-41DA-D539-6189698981A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8" creationId="{A2482FAF-9CEF-11CA-6E34-59CFAF4B804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69" creationId="{DB382F36-0FB6-20F9-7B53-AD4063F50F0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0" creationId="{C8AF8300-B4EC-D301-9B74-5F7C19D16FE9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2" creationId="{4E562C2D-2AA1-FDBE-60B0-8F1A394874B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3" creationId="{D58C35F8-5817-C136-560C-D6E8A487A12D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4" creationId="{C9207EFB-CBA1-0F6F-E388-9028F8B84AB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5" creationId="{DA19FEE0-59D1-621E-72B3-8EAC9CF4B58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6" creationId="{D406AD10-1B5C-3BE4-25C7-93516184825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7" creationId="{457CBC68-1B02-A9EE-597A-6A29DEAC219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8" creationId="{58C807AA-A6EB-7092-E340-A633A141280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79" creationId="{33A33906-D9F7-F81F-2306-6F89999A96B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0" creationId="{D0E2063C-B388-E44C-62A0-9DA5E4FCD78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1" creationId="{5C545574-DD12-39E0-CB30-CC13CE1EAC3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2" creationId="{88FAED5C-6DD5-2F62-E7C8-38FE5CF48882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3" creationId="{923790D3-C0D9-93C9-13C2-7862CE2B061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4" creationId="{EDDD4823-3F1A-75BA-F088-C9214029FBA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5" creationId="{8A190063-5C36-9B48-AFC4-0DB5BBA5A58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6" creationId="{5ED9BB3F-6F7E-3A87-3824-AB7F1B25E25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7" creationId="{4EBDE01B-F21C-02E7-0443-036A21D8326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8" creationId="{5960B92D-5C1F-7173-9D16-D022DF9FE83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89" creationId="{3DDA1BA7-534E-E7BD-D77D-A8967BE4B7C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0" creationId="{6F5C8881-E01E-1B40-0F23-0037BE555CD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1" creationId="{0C8352ED-C482-6A91-67D8-5B842FFAAFC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2" creationId="{66BDB2BE-BB88-320E-B46E-4DB21887446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3" creationId="{CFB75C13-17DC-3204-192C-362B2874DB3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4" creationId="{FBC9F97E-CF75-EF6A-D01B-BBD9CE757BF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5" creationId="{D8FDA4FD-B4A2-60C1-547F-65EAC194636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7" creationId="{85DF9B66-6384-77F5-1D17-9CB712CE919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8" creationId="{0623B7E4-23A9-DF79-73C5-73C767CCB18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099" creationId="{035342F1-E730-6719-27CD-337B83FBA67E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0" creationId="{11E1096E-5B8B-12A9-5395-315EFF03AD12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1" creationId="{CFF6E9A2-156E-C21A-2803-83E953AC273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2" creationId="{D7652713-8F82-BBC6-06B6-3304EA39E48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3" creationId="{354C38B7-A8C6-E77D-75B8-10BEE637FB0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4" creationId="{57ED880D-40F4-E9D1-0113-59D477888177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5" creationId="{DF957D7A-B48E-19AC-84C6-4A685B4E56D2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6" creationId="{FBD9E680-0488-1087-D3E0-38B1A1A7424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7" creationId="{E15FFF8B-704D-FAAF-922A-7905D6671DD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8" creationId="{2159F766-F72B-0A64-F72F-5177584F874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09" creationId="{CEC5AFA9-B7C5-D979-391D-1191C7F8DA0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0" creationId="{B679204B-7254-4BC1-1C42-21C3C48009D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1" creationId="{0E8F6D95-AE2C-ECFB-226D-9E39E3DCCCF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2" creationId="{225F8B09-5214-672C-4955-46C61BB973B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3" creationId="{B685782F-875B-D9E7-13AD-E10A03FF3CB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4" creationId="{5165556F-EA53-3ED1-36A7-E0B7A1E095E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5" creationId="{3AB0680F-F23C-61B8-3672-7B017177FA53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6" creationId="{08909739-409C-6C1B-8131-BC1C7CBE21E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7" creationId="{3CCFC026-A31C-CB30-BCAE-5A26FB7F659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8" creationId="{5CF3D67A-2157-2BB8-D86A-7B4C55B06E2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19" creationId="{C8253DCC-BCF3-753E-E0AB-73948AEC064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20" creationId="{5F31C175-7749-6405-DEEA-4B72D799E885}"/>
          </ac:spMkLst>
        </pc:spChg>
        <pc:spChg chg="add mod">
          <ac:chgData name="Tan Yi Fei" userId="4042c1cf46da7474" providerId="LiveId" clId="{A3D0CF1F-3939-445D-BE5F-7B1C2D1DAAD2}" dt="2024-09-10T07:59:19.757" v="491" actId="1076"/>
          <ac:spMkLst>
            <pc:docMk/>
            <pc:sldMk cId="0" sldId="272"/>
            <ac:spMk id="2121" creationId="{9264E83D-7D50-1E15-0C74-EA3120553D1A}"/>
          </ac:spMkLst>
        </pc:spChg>
        <pc:spChg chg="add mod">
          <ac:chgData name="Tan Yi Fei" userId="4042c1cf46da7474" providerId="LiveId" clId="{A3D0CF1F-3939-445D-BE5F-7B1C2D1DAAD2}" dt="2024-09-10T07:59:19.757" v="491" actId="1076"/>
          <ac:spMkLst>
            <pc:docMk/>
            <pc:sldMk cId="0" sldId="272"/>
            <ac:spMk id="2122" creationId="{EEFA6036-BBFD-67AB-36D6-F057B5DF0150}"/>
          </ac:spMkLst>
        </pc:spChg>
        <pc:spChg chg="add mod">
          <ac:chgData name="Tan Yi Fei" userId="4042c1cf46da7474" providerId="LiveId" clId="{A3D0CF1F-3939-445D-BE5F-7B1C2D1DAAD2}" dt="2024-09-10T07:59:19.757" v="491" actId="1076"/>
          <ac:spMkLst>
            <pc:docMk/>
            <pc:sldMk cId="0" sldId="272"/>
            <ac:spMk id="2123" creationId="{5492DFCE-402F-2C40-D142-7F62D198257A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26" creationId="{7D08797D-DAAC-8CED-3964-9AA7EBEE4FE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27" creationId="{394D40BB-68D2-114A-F801-515E79A5B6B5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28" creationId="{67A2CDE9-7721-2B25-4D4E-1B034BFED1D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29" creationId="{DD14DE1B-CCEB-9A07-D849-4599845CAA44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2" creationId="{470C83DF-005F-70A9-7D41-765CF720E9D6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3" creationId="{ACE841C0-9220-B710-55FB-72DD83769B9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4" creationId="{BAB03ACA-30BD-B579-C706-46EFBFB1F21F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5" creationId="{BA5BD457-122B-B96D-EB13-A276A35BC42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8" creationId="{4AFCECAE-1D80-C6B9-C99C-A822A46EAB80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39" creationId="{5F277AC9-06FE-008A-80EC-D960B8E2428B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40" creationId="{A153F004-F9EE-8D1F-D4D3-D3AA69FB4171}"/>
          </ac:spMkLst>
        </pc:spChg>
        <pc:spChg chg="mod">
          <ac:chgData name="Tan Yi Fei" userId="4042c1cf46da7474" providerId="LiveId" clId="{A3D0CF1F-3939-445D-BE5F-7B1C2D1DAAD2}" dt="2024-09-10T07:59:01.058" v="489"/>
          <ac:spMkLst>
            <pc:docMk/>
            <pc:sldMk cId="0" sldId="272"/>
            <ac:spMk id="2141" creationId="{3370BB01-6CBD-70BE-13C0-B8A2B3BE9EB3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4" creationId="{C1D91C46-86F2-DD68-B505-361719BA76C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5" creationId="{3C09BDD6-11DC-068C-FDA7-0249343893CE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6" creationId="{54296550-C025-1474-950A-AE0EC1E6BF3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7" creationId="{1D6AF435-E47E-73E1-D0CA-25CF0B7720D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8" creationId="{6F8BFA7A-74A2-E7BE-6A08-5FA85B374313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49" creationId="{972E5497-FA49-BE0F-9728-09972C5631D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0" creationId="{8D535B1A-80AF-828F-A2D7-33363BCF270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1" creationId="{10262E6B-CC3E-BB0F-6662-1947398E87D9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2" creationId="{0BFE8292-3C8C-E1B8-8EB5-3F15493A8261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3" creationId="{41951E9F-54E4-1962-55EC-3D159547764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4" creationId="{734A93EB-9CE8-1476-D9DD-42CE5302E00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5" creationId="{6C7F4DDB-B2A8-AB6C-3A97-43FF82EF4ED5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6" creationId="{4BDD5B1F-01DD-A34E-816D-16AC3576FA1D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7" creationId="{182468D3-0B97-1590-6C06-F4F828DACEE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8" creationId="{B75BEB0C-8257-1D94-C76B-395E158258D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59" creationId="{E74967FD-2C38-8E07-1720-2B3DA5D42FB0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0" creationId="{FB617F07-017B-2F15-2E6F-F360E26721F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1" creationId="{1B7A38D5-E26D-4702-B2A6-C016C613A9E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2" creationId="{F642CB53-9DBD-37EB-0386-EB3D3F959AA9}"/>
          </ac:spMkLst>
        </pc:spChg>
        <pc:spChg chg="mod or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3" creationId="{B57310A1-E27C-659B-1B0A-9927C48066B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5" creationId="{02045013-0C39-3F5E-7EBB-5BDDD6C1FC6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6" creationId="{E6A6F7C7-71BF-841B-D773-806344C096FE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7" creationId="{AE88ACA5-0A90-894D-8AF4-6AE5B8C9885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8" creationId="{F9A0ABAF-C2B6-69AB-5433-A4C3C4097C12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69" creationId="{C2F47DD2-9C7B-E48E-47EA-62590F225865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70" creationId="{11F4530F-3C89-F802-AF54-464F9CE8FFE9}"/>
          </ac:spMkLst>
        </pc:spChg>
        <pc:spChg chg="del mod">
          <ac:chgData name="Tan Yi Fei" userId="4042c1cf46da7474" providerId="LiveId" clId="{A3D0CF1F-3939-445D-BE5F-7B1C2D1DAAD2}" dt="2024-09-10T09:38:02.832" v="2044" actId="478"/>
          <ac:spMkLst>
            <pc:docMk/>
            <pc:sldMk cId="0" sldId="272"/>
            <ac:spMk id="2171" creationId="{37E5CF84-9A0B-B04F-3EBF-9D35D856E2DD}"/>
          </ac:spMkLst>
        </pc:spChg>
        <pc:spChg chg="del mod">
          <ac:chgData name="Tan Yi Fei" userId="4042c1cf46da7474" providerId="LiveId" clId="{A3D0CF1F-3939-445D-BE5F-7B1C2D1DAAD2}" dt="2024-09-10T09:38:11.323" v="2048" actId="478"/>
          <ac:spMkLst>
            <pc:docMk/>
            <pc:sldMk cId="0" sldId="272"/>
            <ac:spMk id="2172" creationId="{A1AB6CDA-4D54-17CF-B2EF-F6D8113BE629}"/>
          </ac:spMkLst>
        </pc:spChg>
        <pc:spChg chg="del mod">
          <ac:chgData name="Tan Yi Fei" userId="4042c1cf46da7474" providerId="LiveId" clId="{A3D0CF1F-3939-445D-BE5F-7B1C2D1DAAD2}" dt="2024-09-10T09:38:08.721" v="2047" actId="478"/>
          <ac:spMkLst>
            <pc:docMk/>
            <pc:sldMk cId="0" sldId="272"/>
            <ac:spMk id="2173" creationId="{F68DD865-0F32-43F9-E58E-31E942152001}"/>
          </ac:spMkLst>
        </pc:spChg>
        <pc:spChg chg="del mod">
          <ac:chgData name="Tan Yi Fei" userId="4042c1cf46da7474" providerId="LiveId" clId="{A3D0CF1F-3939-445D-BE5F-7B1C2D1DAAD2}" dt="2024-09-10T09:38:06.896" v="2046" actId="478"/>
          <ac:spMkLst>
            <pc:docMk/>
            <pc:sldMk cId="0" sldId="272"/>
            <ac:spMk id="2174" creationId="{1A3B7D52-7769-94E7-153B-2C2563D00D19}"/>
          </ac:spMkLst>
        </pc:spChg>
        <pc:spChg chg="del mod">
          <ac:chgData name="Tan Yi Fei" userId="4042c1cf46da7474" providerId="LiveId" clId="{A3D0CF1F-3939-445D-BE5F-7B1C2D1DAAD2}" dt="2024-09-10T09:38:05.301" v="2045" actId="478"/>
          <ac:spMkLst>
            <pc:docMk/>
            <pc:sldMk cId="0" sldId="272"/>
            <ac:spMk id="2175" creationId="{C5E36913-5ED8-EA09-8FE6-07A67DCCF1D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76" creationId="{028909FB-343F-0183-B16F-70E13EC0357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77" creationId="{FC2B0755-D18F-E9D3-5039-D98C3625017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78" creationId="{9691CB08-5DF4-4CB0-ABE1-583FC430F49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79" creationId="{431554BC-4624-7BAA-F7A6-7CCB2A7B41DD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0" creationId="{6F438013-00FE-1FEF-F8E7-6D17BCBE371B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1" creationId="{10274E2A-A73F-B012-0110-2AD6E42883E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2" creationId="{F31DE3CC-A0BD-A271-2936-1D762ABCDDD1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3" creationId="{EE167818-6034-AA09-EF9D-376538142F35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4" creationId="{A406379E-D85C-68A4-A9F5-368330EFA2BC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6" creationId="{D37E783D-4398-438F-6C67-12C9314E938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7" creationId="{92F77340-9D9C-2EA2-A122-CD943E7A6DF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8" creationId="{98E6C105-E818-9B5E-639F-3E0FEC2FB6E4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89" creationId="{393C6AFD-2EE5-B122-CCE1-FB5ED783608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0" creationId="{C6953B6C-841E-2B60-2597-8B64ADA32E69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1" creationId="{6BFAE32A-9D26-0858-D1B6-E0789AA7B9A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2" creationId="{33CBC88F-9EC5-5153-C84C-2B6CAC995CBF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3" creationId="{7CDE5D23-42D4-1097-59E3-7C2E69837FF1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4" creationId="{79308051-10A7-A4ED-2BA4-0B7CFDC83E75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5" creationId="{72197FC3-1947-42D1-FA0A-668C74A16130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6" creationId="{DFF5EDB4-7742-278B-6834-79156D6B8C3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7" creationId="{08F22B70-70C9-21FC-E2D4-A522529155C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8" creationId="{48F6C56A-BD3B-6353-A7E0-05DEF4825BDC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199" creationId="{6F2627C9-60C9-AD0B-4F26-3634285BB43B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0" creationId="{4D4E3010-66F6-5B69-C571-9686F09C9502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1" creationId="{7BEA605A-8B2F-24E5-B2B6-3D761406CBFC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2" creationId="{D6C48D5B-C2E7-55C2-BBF2-4035C8B09E8D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3" creationId="{CC6723A9-CBE1-C6CF-0F5B-7FBF89E295E2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4" creationId="{B9BDF141-2A3E-4B67-B1A3-4E30532DC1DF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205" creationId="{DC08654D-9E9C-A793-7CB3-7EBE53ED9B0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07" creationId="{E51BCDF5-FE6A-A241-2200-1AF6D6B5D00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08" creationId="{C743248D-5D0E-4734-06BF-0365E914746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09" creationId="{691D9EBF-77FB-D9A4-F9F3-753FDCD69B9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0" creationId="{6238F63C-1D01-1E1F-9588-738BE5329C47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1" creationId="{5A2F76D3-46C8-14CE-4E45-03EC9B34691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2" creationId="{9F76C9A5-E153-8755-2C43-0290B73A3EE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3" creationId="{E4016FAF-A704-8F09-C0E9-27AE0ECC69FC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4" creationId="{0465FD18-0DC4-E477-7AF8-E785BCA7717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5" creationId="{95CE8323-F7A2-CBE5-807F-D80F15FCB327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6" creationId="{AFD2FB23-9A2B-F4AA-BD9B-C38230E152DC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7" creationId="{70587429-EAB2-C9A8-A304-3276D624B31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8" creationId="{956D3249-E76B-2BFC-1C23-BD14F3CBA796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19" creationId="{9EFD92B3-C50A-D129-4D10-147B961A0931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0" creationId="{328D10BD-63C8-63F3-0F95-14BB9291F2A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1" creationId="{12FDFF6A-9EC4-BD73-F9BA-B2C637E9639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2" creationId="{90ECCA74-4131-C1A9-1E4C-A56386C77B0B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3" creationId="{4D4E9C66-420C-0829-3B06-FC008A417CD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4" creationId="{06BEB206-0FF6-9C61-8DEC-52AD3575D0D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5" creationId="{171A6B69-084F-DDB0-FB91-16A5C4A80206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6" creationId="{E01807A7-BB14-7F0B-1C32-72E78C488347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7" creationId="{62127CAC-BF93-3E7E-387A-9708325E91F7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28" creationId="{328099EE-9ED4-B43B-58A1-9B58C04CFBD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0" creationId="{854ED1EE-308A-C42B-71B0-149E0CBCD22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1" creationId="{EE9AF096-BC41-9836-29A5-6A079922846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2" creationId="{F210EEAC-6DE4-CA79-3B80-9550C42636AE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3" creationId="{0B513DBA-C8A9-F4FF-0BFD-EDD6E0184EC9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4" creationId="{10C4DC30-5994-E2B2-2723-6CE5216441C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5" creationId="{D2DFEF80-6722-9D0C-8B4E-213F6392D69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6" creationId="{42971709-4BDA-8AA1-8D7F-0D57CDC5A1C8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7" creationId="{05303F82-4177-D81F-8FF6-1913438C8906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8" creationId="{FAB80177-F303-D0B2-B0C2-B1991429DF19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39" creationId="{E179862E-7871-0911-1F6A-D2CE8C7BE62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0" creationId="{5F7C46F3-7AC2-B415-7E7F-73B8CD0774CD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1" creationId="{8D1183C4-2570-7477-EB6A-5142B35CBE6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2" creationId="{B782F999-6C69-4B0C-C679-2147678586CC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3" creationId="{7D727226-6EB6-487E-C78E-957C546D2C3E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4" creationId="{E37E0CB1-F0CB-8FE4-E5B4-0E22E4F079A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5" creationId="{ED5A8455-87D3-8853-8BA6-58D69473A39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6" creationId="{43503356-0B63-3D1C-9604-35ADF2F4110C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7" creationId="{B6AFD706-3CCE-4256-AFF1-EED4228EBFDD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8" creationId="{E4E20519-A514-1EB7-52EF-51793364AD4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49" creationId="{627DB33A-23A3-8F77-27D9-D7EDC477BC9B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0" creationId="{D708EC23-FEA6-4962-FAF8-F4E120392D0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1" creationId="{CFB8AFCC-346F-BCE1-B50F-741B875260F9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2" creationId="{EB956DAB-F05C-9267-DC7E-0C3012C5744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3" creationId="{D09D8A41-680D-C151-0B78-121E32B26C7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5" creationId="{868BAB59-102F-9149-05BC-E6EE600D738D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6" creationId="{717980FA-087C-DCA0-419B-F3C17D1CE3FF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7" creationId="{55C30A5C-3945-FF85-A7A8-21DFE99EAA5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8" creationId="{696CA1B4-7797-C090-8388-C7337710EF78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59" creationId="{4AC7D854-0F05-6621-9A20-893C82E420C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0" creationId="{48FA33DE-010B-3888-8801-9993DF0A38F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1" creationId="{231E43CF-937C-7ADB-12BC-AB0FBFDD8B5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2" creationId="{BB1D9484-7E25-9FA7-554E-51B6BBB38B83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3" creationId="{0F733A8E-2615-59F7-241B-0E4CD9D0DCF3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4" creationId="{3FFC66F2-69D4-E01C-2ADD-F3258D2727B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5" creationId="{E8BB83EB-5745-55FA-1F3C-A7AA2ABAA07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6" creationId="{0451E75D-0429-0B77-BBA7-1E3EC83FE038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7" creationId="{0DFD0F89-4FD1-DA3D-6842-1F54DE7EC048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8" creationId="{2B4865CC-76D7-B995-485E-E6CA501F3D1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69" creationId="{8BA86C8D-F972-AF03-2060-27F6111E8FD6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0" creationId="{10ACA244-BF55-6309-4FFF-2CEC5FDC98E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1" creationId="{130C80EA-0726-2F5E-6667-0A6B618F7B61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2" creationId="{3DA6EE53-26F5-41AF-D19C-1C2A1670821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3" creationId="{0A81FBBC-7AF9-C786-8046-4AE7BF2A9F9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4" creationId="{CC3FCB3B-9757-3AC5-85CF-7AA0108FA06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5" creationId="{A4EE6D66-6BA4-6F8F-89C6-678E9D5BA6CA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6" creationId="{8B8D838B-9567-03CC-33EC-E810050BBCD1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7" creationId="{1E02BEF3-7527-98FF-E626-DD39A4217BF2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78" creationId="{03E72EAA-5CF3-810F-4E4F-D1DB2BB6AE53}"/>
          </ac:spMkLst>
        </pc:spChg>
        <pc:spChg chg="add mod">
          <ac:chgData name="Tan Yi Fei" userId="4042c1cf46da7474" providerId="LiveId" clId="{A3D0CF1F-3939-445D-BE5F-7B1C2D1DAAD2}" dt="2024-09-10T08:21:07.541" v="1191" actId="1076"/>
          <ac:spMkLst>
            <pc:docMk/>
            <pc:sldMk cId="0" sldId="272"/>
            <ac:spMk id="2279" creationId="{336E19F1-A2E5-C2FB-9A1E-886D9E0D9398}"/>
          </ac:spMkLst>
        </pc:spChg>
        <pc:spChg chg="add mod">
          <ac:chgData name="Tan Yi Fei" userId="4042c1cf46da7474" providerId="LiveId" clId="{A3D0CF1F-3939-445D-BE5F-7B1C2D1DAAD2}" dt="2024-09-10T08:20:46.894" v="1189" actId="1076"/>
          <ac:spMkLst>
            <pc:docMk/>
            <pc:sldMk cId="0" sldId="272"/>
            <ac:spMk id="2280" creationId="{19F5104A-84F3-0897-7DC5-39D39CB5CCD6}"/>
          </ac:spMkLst>
        </pc:spChg>
        <pc:spChg chg="add mod">
          <ac:chgData name="Tan Yi Fei" userId="4042c1cf46da7474" providerId="LiveId" clId="{A3D0CF1F-3939-445D-BE5F-7B1C2D1DAAD2}" dt="2024-09-10T08:21:11.362" v="1192" actId="1076"/>
          <ac:spMkLst>
            <pc:docMk/>
            <pc:sldMk cId="0" sldId="272"/>
            <ac:spMk id="2281" creationId="{28F14A09-35F5-C1D6-6144-2F5CE1E419F4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84" creationId="{1F78C630-0C80-583B-9BB8-C1EFECD111AB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85" creationId="{DF12CD94-DBB0-585D-2AD5-65406073CD5E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86" creationId="{21C88702-2123-5BA3-684E-A3DA5C6978C9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87" creationId="{30894569-2DBA-5C7C-E2D6-828EF68D2A3B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0" creationId="{8D3A713C-2897-FDB6-6966-906706094CB0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1" creationId="{4A04367F-AD92-91E7-6D37-5C50D71E8959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2" creationId="{7EB45422-928A-A13E-E190-A80F477B85CC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3" creationId="{A546F4A0-9290-CBA0-AB06-32CE9A28C176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6" creationId="{4CA327F0-3CAA-A53D-2ACC-4C2C98889A3B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7" creationId="{F3A97339-C7E6-EE96-477A-A98845678A07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8" creationId="{A90448D7-7442-48B6-3906-80171F8E87E5}"/>
          </ac:spMkLst>
        </pc:spChg>
        <pc:spChg chg="mod">
          <ac:chgData name="Tan Yi Fei" userId="4042c1cf46da7474" providerId="LiveId" clId="{A3D0CF1F-3939-445D-BE5F-7B1C2D1DAAD2}" dt="2024-09-10T07:59:35.547" v="493"/>
          <ac:spMkLst>
            <pc:docMk/>
            <pc:sldMk cId="0" sldId="272"/>
            <ac:spMk id="2299" creationId="{6D76A2B5-79AC-ED63-1DB0-D5D45FC5DB72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04" creationId="{BF891C93-09B9-5E7F-F82E-4F39174C1A7F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05" creationId="{09516168-AB72-16C5-4A49-940C7075ECF4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06" creationId="{89263A8C-71CC-F8F1-EA28-22E956517336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07" creationId="{D6B6B5A7-A301-EB4A-5A7D-4F744D104725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09" creationId="{55022316-9745-C857-91D2-170C2E0AF5CB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0" creationId="{A4B8BFAC-3041-F0B2-E328-86DC0786E11B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1" creationId="{57AF3A3F-91B3-1E2A-AD7C-BA485D06D626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2" creationId="{E5C8E981-E12F-A530-9C02-8CC80A4854DF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4" creationId="{DC3620DC-7184-B6A1-C9BA-FED697F50091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5" creationId="{E6A17EC8-4A0B-F0F1-5EA8-C3D7EDF02A18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6" creationId="{74064A07-EE14-FA4C-EEF5-3273D86EDC4A}"/>
          </ac:spMkLst>
        </pc:spChg>
        <pc:spChg chg="mod">
          <ac:chgData name="Tan Yi Fei" userId="4042c1cf46da7474" providerId="LiveId" clId="{A3D0CF1F-3939-445D-BE5F-7B1C2D1DAAD2}" dt="2024-09-10T08:05:32.296" v="551"/>
          <ac:spMkLst>
            <pc:docMk/>
            <pc:sldMk cId="0" sldId="272"/>
            <ac:spMk id="2317" creationId="{71976F0B-A3A9-88AA-2CF8-38472F72145E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0" creationId="{E2EA98EC-66EC-E028-4D17-D358639CAD6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1" creationId="{9FCBA5BF-A199-1527-99E3-C90E6EE082D1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2" creationId="{CCF4F92A-7EF9-847B-CD67-F1180BB338CC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3" creationId="{C79EBF77-EE38-E4DC-0CD0-3BAF79C3434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5" creationId="{A00DF5E7-2887-D403-C021-066664788882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6" creationId="{2DF4E0AF-3128-29BB-32B2-6611D89058FD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7" creationId="{B2182D65-703A-A419-4A80-AE4BA4829E6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28" creationId="{28759985-BF8A-0621-D69D-2AB9D2549047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30" creationId="{76D694B5-2F1E-28A5-E205-70CAFC5739C8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31" creationId="{B2F990EC-C182-33F5-1780-239A9C65376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32" creationId="{110122D0-4068-BF60-AE99-6E43DDF3EFCA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33" creationId="{C9AEA803-FB63-BB11-5145-DD465D0477B3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36" creationId="{2A0F6BE8-7E91-5E28-8099-9B3D5868A26B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37" creationId="{129A2062-C5EC-1286-9F9C-BC4533776658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38" creationId="{C52AD941-7C1F-0E72-66DE-88E851A6B7D8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39" creationId="{E116DB52-1EA2-A793-F09E-AA897DD38906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1" creationId="{83061836-AC79-55CC-5241-7335EC7DB2CA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2" creationId="{2217113F-E76A-DE0E-CD05-10A2D432A52E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3" creationId="{B06E312C-0DB9-E839-C7E9-77C056CFAB6A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4" creationId="{1A9B0FBE-0AD7-0DAE-65B3-DA83807A786F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6" creationId="{3744C793-E304-0891-D55D-609C0DC7478E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7" creationId="{CF733DAB-4C98-8001-D0E1-26E2441AEA80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8" creationId="{FB9C89D4-E099-7C7E-7227-E5BF5C27C746}"/>
          </ac:spMkLst>
        </pc:spChg>
        <pc:spChg chg="mod">
          <ac:chgData name="Tan Yi Fei" userId="4042c1cf46da7474" providerId="LiveId" clId="{A3D0CF1F-3939-445D-BE5F-7B1C2D1DAAD2}" dt="2024-09-10T08:05:59.596" v="557"/>
          <ac:spMkLst>
            <pc:docMk/>
            <pc:sldMk cId="0" sldId="272"/>
            <ac:spMk id="2349" creationId="{14E77239-9744-1998-152F-4B321BF3909E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1" creationId="{3C0016F7-ED1C-9A5D-85DA-EF29A3E482B2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2" creationId="{D3D6DF33-FBC1-F62D-ACA3-ABAA5FE98AE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3" creationId="{1F5DDB88-FC92-E5F9-978A-2D6085D2D7D9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4" creationId="{7404F22C-B59F-484B-5EE8-E4ECDF7E8DC6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5" creationId="{D42447A4-47EA-15B9-AFCA-9ECF3EF4930B}"/>
          </ac:spMkLst>
        </pc:spChg>
        <pc:spChg chg="mod">
          <ac:chgData name="Tan Yi Fei" userId="4042c1cf46da7474" providerId="LiveId" clId="{A3D0CF1F-3939-445D-BE5F-7B1C2D1DAAD2}" dt="2024-09-10T08:20:57.987" v="1190" actId="1076"/>
          <ac:spMkLst>
            <pc:docMk/>
            <pc:sldMk cId="0" sldId="272"/>
            <ac:spMk id="2356" creationId="{CEA417BC-FAF2-41E2-DAE8-57276492DF05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1" creationId="{BFF40091-3F18-4251-3F0C-BD63567D594E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2" creationId="{5C87F2F7-2F07-49B6-867E-836724048308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3" creationId="{F27F37DC-C90D-00BE-8D8A-13002D575003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4" creationId="{FE8A9670-F760-45CB-1AF7-061FD705C507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6" creationId="{7A4B558E-D58F-F54B-44E7-DEE596955F86}"/>
          </ac:spMkLst>
        </pc:spChg>
        <pc:spChg chg="mod">
          <ac:chgData name="Tan Yi Fei" userId="4042c1cf46da7474" providerId="LiveId" clId="{A3D0CF1F-3939-445D-BE5F-7B1C2D1DAAD2}" dt="2024-09-10T08:21:18.314" v="1193"/>
          <ac:spMkLst>
            <pc:docMk/>
            <pc:sldMk cId="0" sldId="272"/>
            <ac:spMk id="2367" creationId="{5113C69A-8CED-ECCC-2620-8BFAF0A9299F}"/>
          </ac:spMkLst>
        </pc:s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2" creationId="{F213283C-1F0E-8A64-EA39-0401A785D96A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23" creationId="{DEB62501-F652-255A-055D-5567189C5905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44" creationId="{3B11F007-0917-06EB-790A-E3C9A52EF820}"/>
          </ac:grpSpMkLst>
        </pc:grpChg>
        <pc:grpChg chg="mod">
          <ac:chgData name="Tan Yi Fei" userId="4042c1cf46da7474" providerId="LiveId" clId="{A3D0CF1F-3939-445D-BE5F-7B1C2D1DAAD2}" dt="2024-09-10T08:09:00.008" v="815" actId="1076"/>
          <ac:grpSpMkLst>
            <pc:docMk/>
            <pc:sldMk cId="0" sldId="272"/>
            <ac:grpSpMk id="1734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8:05:19.677" v="546" actId="1076"/>
          <ac:grpSpMkLst>
            <pc:docMk/>
            <pc:sldMk cId="0" sldId="272"/>
            <ac:grpSpMk id="1755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7:59:31.042" v="492" actId="14100"/>
          <ac:grpSpMkLst>
            <pc:docMk/>
            <pc:sldMk cId="0" sldId="272"/>
            <ac:grpSpMk id="1776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8:07:27.898" v="703" actId="1076"/>
          <ac:grpSpMkLst>
            <pc:docMk/>
            <pc:sldMk cId="0" sldId="272"/>
            <ac:grpSpMk id="1798" creationId="{00000000-0000-0000-0000-000000000000}"/>
          </ac:grpSpMkLst>
        </pc:grpChg>
        <pc:grpChg chg="del mod">
          <ac:chgData name="Tan Yi Fei" userId="4042c1cf46da7474" providerId="LiveId" clId="{A3D0CF1F-3939-445D-BE5F-7B1C2D1DAAD2}" dt="2024-09-10T08:03:34.676" v="518" actId="478"/>
          <ac:grpSpMkLst>
            <pc:docMk/>
            <pc:sldMk cId="0" sldId="272"/>
            <ac:grpSpMk id="1821" creationId="{00000000-0000-0000-0000-000000000000}"/>
          </ac:grpSpMkLst>
        </pc:grpChg>
        <pc:grpChg chg="del mod">
          <ac:chgData name="Tan Yi Fei" userId="4042c1cf46da7474" providerId="LiveId" clId="{A3D0CF1F-3939-445D-BE5F-7B1C2D1DAAD2}" dt="2024-09-10T08:18:26.990" v="1098" actId="478"/>
          <ac:grpSpMkLst>
            <pc:docMk/>
            <pc:sldMk cId="0" sldId="272"/>
            <ac:grpSpMk id="1846" creationId="{00000000-0000-0000-0000-000000000000}"/>
          </ac:grpSpMkLst>
        </pc:grpChg>
        <pc:grpChg chg="add del mod">
          <ac:chgData name="Tan Yi Fei" userId="4042c1cf46da7474" providerId="LiveId" clId="{A3D0CF1F-3939-445D-BE5F-7B1C2D1DAAD2}" dt="2024-09-10T08:05:29.105" v="550" actId="1076"/>
          <ac:grpSpMkLst>
            <pc:docMk/>
            <pc:sldMk cId="0" sldId="272"/>
            <ac:grpSpMk id="1874" creationId="{00000000-0000-0000-0000-000000000000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1894" creationId="{EF972C90-5410-0104-A4C0-947717B1B7BB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1917" creationId="{779B94AA-DE51-92FD-8FAB-4C4BFB36C9A1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1936" creationId="{B369289B-ED7C-3D60-F5F0-A91C05C08EDF}"/>
          </ac:grpSpMkLst>
        </pc:grpChg>
        <pc:grpChg chg="add mod">
          <ac:chgData name="Tan Yi Fei" userId="4042c1cf46da7474" providerId="LiveId" clId="{A3D0CF1F-3939-445D-BE5F-7B1C2D1DAAD2}" dt="2024-09-10T07:58:16.975" v="478" actId="1076"/>
          <ac:grpSpMkLst>
            <pc:docMk/>
            <pc:sldMk cId="0" sldId="272"/>
            <ac:grpSpMk id="1964" creationId="{080B4092-F886-C3E5-7472-FBCA9BBF2D1D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1985" creationId="{79A37D9A-3455-3411-DC95-059B6F4C433B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006" creationId="{7E57F291-5D42-6B3C-7341-81DDF7E1A79A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027" creationId="{09811680-D9A7-B522-0C60-94ACB34BDE21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048" creationId="{A38EC209-D8C8-A823-8BEB-C1503CE24888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071" creationId="{D3927392-D9EB-72EC-5874-AA22A990F6C6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096" creationId="{1CCC54CB-23D4-DB9B-18B8-5B22B17891AE}"/>
          </ac:grpSpMkLst>
        </pc:grpChg>
        <pc:grpChg chg="add mod">
          <ac:chgData name="Tan Yi Fei" userId="4042c1cf46da7474" providerId="LiveId" clId="{A3D0CF1F-3939-445D-BE5F-7B1C2D1DAAD2}" dt="2024-09-10T07:59:19.757" v="491" actId="1076"/>
          <ac:grpSpMkLst>
            <pc:docMk/>
            <pc:sldMk cId="0" sldId="272"/>
            <ac:grpSpMk id="2124" creationId="{4510E4A5-906B-4833-538E-7B0378C38984}"/>
          </ac:grpSpMkLst>
        </pc:grpChg>
        <pc:grpChg chg="add mod">
          <ac:chgData name="Tan Yi Fei" userId="4042c1cf46da7474" providerId="LiveId" clId="{A3D0CF1F-3939-445D-BE5F-7B1C2D1DAAD2}" dt="2024-09-10T08:20:57.987" v="1190" actId="1076"/>
          <ac:grpSpMkLst>
            <pc:docMk/>
            <pc:sldMk cId="0" sldId="272"/>
            <ac:grpSpMk id="2143" creationId="{D075E07D-8BB3-F4DE-BD50-578B452E0212}"/>
          </ac:grpSpMkLst>
        </pc:grpChg>
        <pc:grpChg chg="add mod ord">
          <ac:chgData name="Tan Yi Fei" userId="4042c1cf46da7474" providerId="LiveId" clId="{A3D0CF1F-3939-445D-BE5F-7B1C2D1DAAD2}" dt="2024-09-10T08:20:57.987" v="1190" actId="1076"/>
          <ac:grpSpMkLst>
            <pc:docMk/>
            <pc:sldMk cId="0" sldId="272"/>
            <ac:grpSpMk id="2164" creationId="{BD4A700A-7B89-68AD-FCB1-DAAD5ED99234}"/>
          </ac:grpSpMkLst>
        </pc:grpChg>
        <pc:grpChg chg="add mod">
          <ac:chgData name="Tan Yi Fei" userId="4042c1cf46da7474" providerId="LiveId" clId="{A3D0CF1F-3939-445D-BE5F-7B1C2D1DAAD2}" dt="2024-09-10T08:20:57.987" v="1190" actId="1076"/>
          <ac:grpSpMkLst>
            <pc:docMk/>
            <pc:sldMk cId="0" sldId="272"/>
            <ac:grpSpMk id="2185" creationId="{110A6FD2-7D66-0F9C-4994-86B85B322AF4}"/>
          </ac:grpSpMkLst>
        </pc:grpChg>
        <pc:grpChg chg="add del mod">
          <ac:chgData name="Tan Yi Fei" userId="4042c1cf46da7474" providerId="LiveId" clId="{A3D0CF1F-3939-445D-BE5F-7B1C2D1DAAD2}" dt="2024-09-10T08:11:16.074" v="921" actId="478"/>
          <ac:grpSpMkLst>
            <pc:docMk/>
            <pc:sldMk cId="0" sldId="272"/>
            <ac:grpSpMk id="2206" creationId="{FE32B316-6BC1-4244-C765-B6630ED9A20B}"/>
          </ac:grpSpMkLst>
        </pc:grpChg>
        <pc:grpChg chg="add del mod">
          <ac:chgData name="Tan Yi Fei" userId="4042c1cf46da7474" providerId="LiveId" clId="{A3D0CF1F-3939-445D-BE5F-7B1C2D1DAAD2}" dt="2024-09-10T08:08:42.656" v="811" actId="478"/>
          <ac:grpSpMkLst>
            <pc:docMk/>
            <pc:sldMk cId="0" sldId="272"/>
            <ac:grpSpMk id="2229" creationId="{95898D57-5D31-25AA-33E4-2AA1447E68C3}"/>
          </ac:grpSpMkLst>
        </pc:grpChg>
        <pc:grpChg chg="add del mod">
          <ac:chgData name="Tan Yi Fei" userId="4042c1cf46da7474" providerId="LiveId" clId="{A3D0CF1F-3939-445D-BE5F-7B1C2D1DAAD2}" dt="2024-09-10T08:16:48.905" v="1087" actId="478"/>
          <ac:grpSpMkLst>
            <pc:docMk/>
            <pc:sldMk cId="0" sldId="272"/>
            <ac:grpSpMk id="2254" creationId="{7B3952FA-D751-584A-9557-615E25839F91}"/>
          </ac:grpSpMkLst>
        </pc:grpChg>
        <pc:grpChg chg="add del mod">
          <ac:chgData name="Tan Yi Fei" userId="4042c1cf46da7474" providerId="LiveId" clId="{A3D0CF1F-3939-445D-BE5F-7B1C2D1DAAD2}" dt="2024-09-10T08:05:42.467" v="553" actId="478"/>
          <ac:grpSpMkLst>
            <pc:docMk/>
            <pc:sldMk cId="0" sldId="272"/>
            <ac:grpSpMk id="2282" creationId="{69874DD0-FADD-008D-26BC-C206DAC5CABF}"/>
          </ac:grpSpMkLst>
        </pc:grpChg>
        <pc:grpChg chg="add mod">
          <ac:chgData name="Tan Yi Fei" userId="4042c1cf46da7474" providerId="LiveId" clId="{A3D0CF1F-3939-445D-BE5F-7B1C2D1DAAD2}" dt="2024-09-10T08:05:38.255" v="552" actId="1076"/>
          <ac:grpSpMkLst>
            <pc:docMk/>
            <pc:sldMk cId="0" sldId="272"/>
            <ac:grpSpMk id="2302" creationId="{F5C76AE9-6D90-9C98-A67E-9400336A096E}"/>
          </ac:grpSpMkLst>
        </pc:grpChg>
        <pc:grpChg chg="add mod">
          <ac:chgData name="Tan Yi Fei" userId="4042c1cf46da7474" providerId="LiveId" clId="{A3D0CF1F-3939-445D-BE5F-7B1C2D1DAAD2}" dt="2024-09-10T08:20:57.987" v="1190" actId="1076"/>
          <ac:grpSpMkLst>
            <pc:docMk/>
            <pc:sldMk cId="0" sldId="272"/>
            <ac:grpSpMk id="2318" creationId="{AAA1AAF2-FFE7-5886-4DD3-AFEA38C6D88C}"/>
          </ac:grpSpMkLst>
        </pc:grpChg>
        <pc:grpChg chg="add mod">
          <ac:chgData name="Tan Yi Fei" userId="4042c1cf46da7474" providerId="LiveId" clId="{A3D0CF1F-3939-445D-BE5F-7B1C2D1DAAD2}" dt="2024-09-10T08:06:06.483" v="558" actId="1076"/>
          <ac:grpSpMkLst>
            <pc:docMk/>
            <pc:sldMk cId="0" sldId="272"/>
            <ac:grpSpMk id="2334" creationId="{F80E4B87-6FE9-D61E-244B-650F8F48886F}"/>
          </ac:grpSpMkLst>
        </pc:grpChg>
        <pc:grpChg chg="add mod">
          <ac:chgData name="Tan Yi Fei" userId="4042c1cf46da7474" providerId="LiveId" clId="{A3D0CF1F-3939-445D-BE5F-7B1C2D1DAAD2}" dt="2024-09-10T08:20:57.987" v="1190" actId="1076"/>
          <ac:grpSpMkLst>
            <pc:docMk/>
            <pc:sldMk cId="0" sldId="272"/>
            <ac:grpSpMk id="2350" creationId="{06D25510-BCD9-5574-5F54-D57E9914C72A}"/>
          </ac:grpSpMkLst>
        </pc:grpChg>
        <pc:grpChg chg="add mod">
          <ac:chgData name="Tan Yi Fei" userId="4042c1cf46da7474" providerId="LiveId" clId="{A3D0CF1F-3939-445D-BE5F-7B1C2D1DAAD2}" dt="2024-09-10T08:21:33.780" v="1196" actId="1076"/>
          <ac:grpSpMkLst>
            <pc:docMk/>
            <pc:sldMk cId="0" sldId="272"/>
            <ac:grpSpMk id="2359" creationId="{515424FD-5B18-7F4E-0DFA-8D754B4F7E8A}"/>
          </ac:grpSpMkLst>
        </pc:grpChg>
        <pc:picChg chg="add mod">
          <ac:chgData name="Tan Yi Fei" userId="4042c1cf46da7474" providerId="LiveId" clId="{A3D0CF1F-3939-445D-BE5F-7B1C2D1DAAD2}" dt="2024-09-10T08:11:34.372" v="926" actId="14100"/>
          <ac:picMkLst>
            <pc:docMk/>
            <pc:sldMk cId="0" sldId="272"/>
            <ac:picMk id="1026" creationId="{2CDA8299-C14D-2CF8-5949-88D17AFCCDDD}"/>
          </ac:picMkLst>
        </pc:picChg>
        <pc:picChg chg="add mod">
          <ac:chgData name="Tan Yi Fei" userId="4042c1cf46da7474" providerId="LiveId" clId="{A3D0CF1F-3939-445D-BE5F-7B1C2D1DAAD2}" dt="2024-09-10T08:20:57.987" v="1190" actId="1076"/>
          <ac:picMkLst>
            <pc:docMk/>
            <pc:sldMk cId="0" sldId="272"/>
            <ac:picMk id="1028" creationId="{4075B017-B047-77CB-A9FE-5A195C6729C5}"/>
          </ac:picMkLst>
        </pc:picChg>
        <pc:picChg chg="add mod">
          <ac:chgData name="Tan Yi Fei" userId="4042c1cf46da7474" providerId="LiveId" clId="{A3D0CF1F-3939-445D-BE5F-7B1C2D1DAAD2}" dt="2024-09-10T08:17:18.015" v="1092" actId="1076"/>
          <ac:picMkLst>
            <pc:docMk/>
            <pc:sldMk cId="0" sldId="272"/>
            <ac:picMk id="1030" creationId="{D42DB3E2-07D4-5ECE-8B45-25145C8E652D}"/>
          </ac:picMkLst>
        </pc:picChg>
        <pc:picChg chg="add mod">
          <ac:chgData name="Tan Yi Fei" userId="4042c1cf46da7474" providerId="LiveId" clId="{A3D0CF1F-3939-445D-BE5F-7B1C2D1DAAD2}" dt="2024-09-10T08:20:57.987" v="1190" actId="1076"/>
          <ac:picMkLst>
            <pc:docMk/>
            <pc:sldMk cId="0" sldId="272"/>
            <ac:picMk id="1032" creationId="{2E499434-4BF1-C41C-4923-C0EAFA33712D}"/>
          </ac:picMkLst>
        </pc:picChg>
        <pc:picChg chg="add mod">
          <ac:chgData name="Tan Yi Fei" userId="4042c1cf46da7474" providerId="LiveId" clId="{A3D0CF1F-3939-445D-BE5F-7B1C2D1DAAD2}" dt="2024-09-10T08:18:43.408" v="1103" actId="1076"/>
          <ac:picMkLst>
            <pc:docMk/>
            <pc:sldMk cId="0" sldId="272"/>
            <ac:picMk id="1034" creationId="{AAD5EE60-F1D8-A091-1930-92875063C23B}"/>
          </ac:picMkLst>
        </pc:picChg>
        <pc:picChg chg="add mod">
          <ac:chgData name="Tan Yi Fei" userId="4042c1cf46da7474" providerId="LiveId" clId="{A3D0CF1F-3939-445D-BE5F-7B1C2D1DAAD2}" dt="2024-09-10T08:03:58.437" v="525" actId="1076"/>
          <ac:picMkLst>
            <pc:docMk/>
            <pc:sldMk cId="0" sldId="272"/>
            <ac:picMk id="2301" creationId="{479FC09B-E5B4-265B-F576-67B9D841140F}"/>
          </ac:picMkLst>
        </pc:picChg>
        <pc:cxnChg chg="mod">
          <ac:chgData name="Tan Yi Fei" userId="4042c1cf46da7474" providerId="LiveId" clId="{A3D0CF1F-3939-445D-BE5F-7B1C2D1DAAD2}" dt="2024-09-10T08:21:18.314" v="1193"/>
          <ac:cxnSpMkLst>
            <pc:docMk/>
            <pc:sldMk cId="0" sldId="272"/>
            <ac:cxnSpMk id="1027" creationId="{05A5AA7D-1579-C48D-AADA-4C8535222869}"/>
          </ac:cxnSpMkLst>
        </pc:cxnChg>
        <pc:cxnChg chg="mod">
          <ac:chgData name="Tan Yi Fei" userId="4042c1cf46da7474" providerId="LiveId" clId="{A3D0CF1F-3939-445D-BE5F-7B1C2D1DAAD2}" dt="2024-09-10T08:05:01.913" v="539" actId="478"/>
          <ac:cxnSpMkLst>
            <pc:docMk/>
            <pc:sldMk cId="0" sldId="272"/>
            <ac:cxnSpMk id="1875" creationId="{00000000-0000-0000-0000-000000000000}"/>
          </ac:cxnSpMkLst>
        </pc:cxnChg>
        <pc:cxnChg chg="del mod">
          <ac:chgData name="Tan Yi Fei" userId="4042c1cf46da7474" providerId="LiveId" clId="{A3D0CF1F-3939-445D-BE5F-7B1C2D1DAAD2}" dt="2024-09-10T08:04:59.470" v="537" actId="478"/>
          <ac:cxnSpMkLst>
            <pc:docMk/>
            <pc:sldMk cId="0" sldId="272"/>
            <ac:cxnSpMk id="1880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05:01.913" v="539" actId="478"/>
          <ac:cxnSpMkLst>
            <pc:docMk/>
            <pc:sldMk cId="0" sldId="272"/>
            <ac:cxnSpMk id="1881" creationId="{00000000-0000-0000-0000-000000000000}"/>
          </ac:cxnSpMkLst>
        </pc:cxnChg>
        <pc:cxnChg chg="del mod">
          <ac:chgData name="Tan Yi Fei" userId="4042c1cf46da7474" providerId="LiveId" clId="{A3D0CF1F-3939-445D-BE5F-7B1C2D1DAAD2}" dt="2024-09-10T08:05:03.884" v="540" actId="478"/>
          <ac:cxnSpMkLst>
            <pc:docMk/>
            <pc:sldMk cId="0" sldId="272"/>
            <ac:cxnSpMk id="1886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05:01.913" v="539" actId="478"/>
          <ac:cxnSpMkLst>
            <pc:docMk/>
            <pc:sldMk cId="0" sldId="272"/>
            <ac:cxnSpMk id="1887" creationId="{00000000-0000-0000-0000-000000000000}"/>
          </ac:cxnSpMkLst>
        </pc:cxnChg>
        <pc:cxnChg chg="del mod">
          <ac:chgData name="Tan Yi Fei" userId="4042c1cf46da7474" providerId="LiveId" clId="{A3D0CF1F-3939-445D-BE5F-7B1C2D1DAAD2}" dt="2024-09-10T08:05:06.018" v="541" actId="478"/>
          <ac:cxnSpMkLst>
            <pc:docMk/>
            <pc:sldMk cId="0" sldId="272"/>
            <ac:cxnSpMk id="1892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65" creationId="{49A071DE-8F3E-A41A-F495-AFBA36BFA2A2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70" creationId="{57318C9E-47C8-1C5D-126A-ACA1031175FD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71" creationId="{CD7E93D7-4502-B618-898C-11A34CA29D39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76" creationId="{E80ECAB2-DD31-EE55-BBF8-46CCCB4D74A1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77" creationId="{99145663-187E-AEAC-B00F-4B1173B7223B}"/>
          </ac:cxnSpMkLst>
        </pc:cxnChg>
        <pc:cxnChg chg="mod">
          <ac:chgData name="Tan Yi Fei" userId="4042c1cf46da7474" providerId="LiveId" clId="{A3D0CF1F-3939-445D-BE5F-7B1C2D1DAAD2}" dt="2024-09-10T07:58:07.671" v="476"/>
          <ac:cxnSpMkLst>
            <pc:docMk/>
            <pc:sldMk cId="0" sldId="272"/>
            <ac:cxnSpMk id="1982" creationId="{431C7AE3-8591-A970-950B-A9B026C92D71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25" creationId="{C8C860F1-1A14-8DAE-AA87-899A075CC225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30" creationId="{06673487-F99D-C74E-EC0A-DD66464E586B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31" creationId="{DA4A6C98-502C-CCA4-DE58-386040D78C5B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36" creationId="{BC3C5FCC-DDB0-DCE1-5D38-E3BAF5175958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37" creationId="{0852C9F0-E9D0-FF47-1BF9-DEE2402FB2E3}"/>
          </ac:cxnSpMkLst>
        </pc:cxnChg>
        <pc:cxnChg chg="mod">
          <ac:chgData name="Tan Yi Fei" userId="4042c1cf46da7474" providerId="LiveId" clId="{A3D0CF1F-3939-445D-BE5F-7B1C2D1DAAD2}" dt="2024-09-10T07:59:01.058" v="489"/>
          <ac:cxnSpMkLst>
            <pc:docMk/>
            <pc:sldMk cId="0" sldId="272"/>
            <ac:cxnSpMk id="2142" creationId="{318CFFDE-1C0F-FDBF-DF7C-1CD2009C2F6B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283" creationId="{3D4AA8D6-E771-D986-EC82-B5C05E3BDD72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288" creationId="{E135EBDE-1887-34FC-4324-FB53CCF1B95C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289" creationId="{C560FBE6-9F47-4E86-7651-5EE43155E982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294" creationId="{E4E07060-34CD-A039-93BC-31C853E79A5B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295" creationId="{4DA160BC-2D8A-2125-4878-AE19208477F5}"/>
          </ac:cxnSpMkLst>
        </pc:cxnChg>
        <pc:cxnChg chg="mod">
          <ac:chgData name="Tan Yi Fei" userId="4042c1cf46da7474" providerId="LiveId" clId="{A3D0CF1F-3939-445D-BE5F-7B1C2D1DAAD2}" dt="2024-09-10T08:05:42.467" v="553" actId="478"/>
          <ac:cxnSpMkLst>
            <pc:docMk/>
            <pc:sldMk cId="0" sldId="272"/>
            <ac:cxnSpMk id="2300" creationId="{66650C57-A731-CF89-5FCB-47891C7D1620}"/>
          </ac:cxnSpMkLst>
        </pc:cxnChg>
        <pc:cxnChg chg="mod">
          <ac:chgData name="Tan Yi Fei" userId="4042c1cf46da7474" providerId="LiveId" clId="{A3D0CF1F-3939-445D-BE5F-7B1C2D1DAAD2}" dt="2024-09-10T08:05:32.296" v="551"/>
          <ac:cxnSpMkLst>
            <pc:docMk/>
            <pc:sldMk cId="0" sldId="272"/>
            <ac:cxnSpMk id="2303" creationId="{F53F208A-2F24-6786-C6DE-EA583EC35E1D}"/>
          </ac:cxnSpMkLst>
        </pc:cxnChg>
        <pc:cxnChg chg="mod">
          <ac:chgData name="Tan Yi Fei" userId="4042c1cf46da7474" providerId="LiveId" clId="{A3D0CF1F-3939-445D-BE5F-7B1C2D1DAAD2}" dt="2024-09-10T08:05:32.296" v="551"/>
          <ac:cxnSpMkLst>
            <pc:docMk/>
            <pc:sldMk cId="0" sldId="272"/>
            <ac:cxnSpMk id="2308" creationId="{3F852960-F030-28F4-1D0F-9E9F2F0747D0}"/>
          </ac:cxnSpMkLst>
        </pc:cxnChg>
        <pc:cxnChg chg="mod">
          <ac:chgData name="Tan Yi Fei" userId="4042c1cf46da7474" providerId="LiveId" clId="{A3D0CF1F-3939-445D-BE5F-7B1C2D1DAAD2}" dt="2024-09-10T08:05:32.296" v="551"/>
          <ac:cxnSpMkLst>
            <pc:docMk/>
            <pc:sldMk cId="0" sldId="272"/>
            <ac:cxnSpMk id="2313" creationId="{88D2A69D-FAB5-FDE2-1CB6-9B829E646959}"/>
          </ac:cxnSpMkLst>
        </pc:cxnChg>
        <pc:cxnChg chg="mod">
          <ac:chgData name="Tan Yi Fei" userId="4042c1cf46da7474" providerId="LiveId" clId="{A3D0CF1F-3939-445D-BE5F-7B1C2D1DAAD2}" dt="2024-09-10T08:20:57.987" v="1190" actId="1076"/>
          <ac:cxnSpMkLst>
            <pc:docMk/>
            <pc:sldMk cId="0" sldId="272"/>
            <ac:cxnSpMk id="2319" creationId="{93514F83-5FBE-C88F-CAC4-1374776E707F}"/>
          </ac:cxnSpMkLst>
        </pc:cxnChg>
        <pc:cxnChg chg="mod">
          <ac:chgData name="Tan Yi Fei" userId="4042c1cf46da7474" providerId="LiveId" clId="{A3D0CF1F-3939-445D-BE5F-7B1C2D1DAAD2}" dt="2024-09-10T08:20:57.987" v="1190" actId="1076"/>
          <ac:cxnSpMkLst>
            <pc:docMk/>
            <pc:sldMk cId="0" sldId="272"/>
            <ac:cxnSpMk id="2324" creationId="{4335DC61-CCB9-FCAE-4DB4-7DAB5520010E}"/>
          </ac:cxnSpMkLst>
        </pc:cxnChg>
        <pc:cxnChg chg="mod">
          <ac:chgData name="Tan Yi Fei" userId="4042c1cf46da7474" providerId="LiveId" clId="{A3D0CF1F-3939-445D-BE5F-7B1C2D1DAAD2}" dt="2024-09-10T08:20:57.987" v="1190" actId="1076"/>
          <ac:cxnSpMkLst>
            <pc:docMk/>
            <pc:sldMk cId="0" sldId="272"/>
            <ac:cxnSpMk id="2329" creationId="{89E88857-82F7-2339-17D0-6989A2FF25E3}"/>
          </ac:cxnSpMkLst>
        </pc:cxnChg>
        <pc:cxnChg chg="mod">
          <ac:chgData name="Tan Yi Fei" userId="4042c1cf46da7474" providerId="LiveId" clId="{A3D0CF1F-3939-445D-BE5F-7B1C2D1DAAD2}" dt="2024-09-10T08:05:59.596" v="557"/>
          <ac:cxnSpMkLst>
            <pc:docMk/>
            <pc:sldMk cId="0" sldId="272"/>
            <ac:cxnSpMk id="2335" creationId="{CBF5CC81-1714-DE7E-997F-C872CA6CA7CD}"/>
          </ac:cxnSpMkLst>
        </pc:cxnChg>
        <pc:cxnChg chg="mod">
          <ac:chgData name="Tan Yi Fei" userId="4042c1cf46da7474" providerId="LiveId" clId="{A3D0CF1F-3939-445D-BE5F-7B1C2D1DAAD2}" dt="2024-09-10T08:05:59.596" v="557"/>
          <ac:cxnSpMkLst>
            <pc:docMk/>
            <pc:sldMk cId="0" sldId="272"/>
            <ac:cxnSpMk id="2340" creationId="{395FBEFD-9D97-5177-08D7-7A6025719E4C}"/>
          </ac:cxnSpMkLst>
        </pc:cxnChg>
        <pc:cxnChg chg="mod">
          <ac:chgData name="Tan Yi Fei" userId="4042c1cf46da7474" providerId="LiveId" clId="{A3D0CF1F-3939-445D-BE5F-7B1C2D1DAAD2}" dt="2024-09-10T08:05:59.596" v="557"/>
          <ac:cxnSpMkLst>
            <pc:docMk/>
            <pc:sldMk cId="0" sldId="272"/>
            <ac:cxnSpMk id="2345" creationId="{4B849102-DDDB-B376-14C0-1712FF66C11D}"/>
          </ac:cxnSpMkLst>
        </pc:cxnChg>
        <pc:cxnChg chg="add del">
          <ac:chgData name="Tan Yi Fei" userId="4042c1cf46da7474" providerId="LiveId" clId="{A3D0CF1F-3939-445D-BE5F-7B1C2D1DAAD2}" dt="2024-09-10T08:20:05.856" v="1184" actId="11529"/>
          <ac:cxnSpMkLst>
            <pc:docMk/>
            <pc:sldMk cId="0" sldId="272"/>
            <ac:cxnSpMk id="2358" creationId="{21BBFE68-6292-CE60-7699-32A4D5E00E69}"/>
          </ac:cxnSpMkLst>
        </pc:cxnChg>
        <pc:cxnChg chg="mod">
          <ac:chgData name="Tan Yi Fei" userId="4042c1cf46da7474" providerId="LiveId" clId="{A3D0CF1F-3939-445D-BE5F-7B1C2D1DAAD2}" dt="2024-09-10T08:21:18.314" v="1193"/>
          <ac:cxnSpMkLst>
            <pc:docMk/>
            <pc:sldMk cId="0" sldId="272"/>
            <ac:cxnSpMk id="2360" creationId="{1110A63A-E88B-08EF-CCBB-6C039D6E6BA9}"/>
          </ac:cxnSpMkLst>
        </pc:cxnChg>
        <pc:cxnChg chg="mod">
          <ac:chgData name="Tan Yi Fei" userId="4042c1cf46da7474" providerId="LiveId" clId="{A3D0CF1F-3939-445D-BE5F-7B1C2D1DAAD2}" dt="2024-09-10T08:21:18.314" v="1193"/>
          <ac:cxnSpMkLst>
            <pc:docMk/>
            <pc:sldMk cId="0" sldId="272"/>
            <ac:cxnSpMk id="2365" creationId="{41B8E890-C688-A3DF-75BF-407C3F48A26A}"/>
          </ac:cxnSpMkLst>
        </pc:cxnChg>
      </pc:sldChg>
      <pc:sldChg chg="modSp add del mod">
        <pc:chgData name="Tan Yi Fei" userId="4042c1cf46da7474" providerId="LiveId" clId="{A3D0CF1F-3939-445D-BE5F-7B1C2D1DAAD2}" dt="2024-09-10T09:28:49.266" v="1946" actId="47"/>
        <pc:sldMkLst>
          <pc:docMk/>
          <pc:sldMk cId="0" sldId="273"/>
        </pc:sldMkLst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89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0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0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0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0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0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23.748" v="49" actId="1076"/>
          <ac:spMkLst>
            <pc:docMk/>
            <pc:sldMk cId="0" sldId="273"/>
            <ac:spMk id="191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1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1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1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1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6" creationId="{00000000-0000-0000-0000-000000000000}"/>
          </ac:spMkLst>
        </pc:spChg>
        <pc:spChg chg="mod">
          <ac:chgData name="Tan Yi Fei" userId="4042c1cf46da7474" providerId="LiveId" clId="{A3D0CF1F-3939-445D-BE5F-7B1C2D1DAAD2}" dt="2024-09-10T03:01:34.736" v="33" actId="2711"/>
          <ac:spMkLst>
            <pc:docMk/>
            <pc:sldMk cId="0" sldId="273"/>
            <ac:spMk id="192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2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2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3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2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4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1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2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5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1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2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6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1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2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3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6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8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7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20:17.096" v="48" actId="2711"/>
          <ac:spMkLst>
            <pc:docMk/>
            <pc:sldMk cId="0" sldId="273"/>
            <ac:spMk id="1980" creationId="{00000000-0000-0000-0000-000000000000}"/>
          </ac:spMkLst>
        </pc:spChg>
      </pc:sldChg>
      <pc:sldChg chg="addSp delSp modSp add del mod">
        <pc:chgData name="Tan Yi Fei" userId="4042c1cf46da7474" providerId="LiveId" clId="{A3D0CF1F-3939-445D-BE5F-7B1C2D1DAAD2}" dt="2024-09-10T09:40:28.218" v="2059" actId="1076"/>
        <pc:sldMkLst>
          <pc:docMk/>
          <pc:sldMk cId="0" sldId="274"/>
        </pc:sldMkLst>
        <pc:spChg chg="mod">
          <ac:chgData name="Tan Yi Fei" userId="4042c1cf46da7474" providerId="LiveId" clId="{A3D0CF1F-3939-445D-BE5F-7B1C2D1DAAD2}" dt="2024-09-10T03:01:54.370" v="34" actId="2711"/>
          <ac:spMkLst>
            <pc:docMk/>
            <pc:sldMk cId="0" sldId="274"/>
            <ac:spMk id="1985" creationId="{00000000-0000-0000-0000-000000000000}"/>
          </ac:spMkLst>
        </pc:spChg>
        <pc:picChg chg="del mod">
          <ac:chgData name="Tan Yi Fei" userId="4042c1cf46da7474" providerId="LiveId" clId="{A3D0CF1F-3939-445D-BE5F-7B1C2D1DAAD2}" dt="2024-09-10T09:40:05.785" v="2049" actId="478"/>
          <ac:picMkLst>
            <pc:docMk/>
            <pc:sldMk cId="0" sldId="274"/>
            <ac:picMk id="3" creationId="{E61FE647-BFA3-C756-59A1-7B843C235B69}"/>
          </ac:picMkLst>
        </pc:picChg>
        <pc:picChg chg="add mod">
          <ac:chgData name="Tan Yi Fei" userId="4042c1cf46da7474" providerId="LiveId" clId="{A3D0CF1F-3939-445D-BE5F-7B1C2D1DAAD2}" dt="2024-09-10T09:40:28.218" v="2059" actId="1076"/>
          <ac:picMkLst>
            <pc:docMk/>
            <pc:sldMk cId="0" sldId="274"/>
            <ac:picMk id="4" creationId="{5E109FAE-FD1E-2DA5-95E7-285D7065F188}"/>
          </ac:picMkLst>
        </pc:picChg>
      </pc:sldChg>
      <pc:sldChg chg="del">
        <pc:chgData name="Tan Yi Fei" userId="4042c1cf46da7474" providerId="LiveId" clId="{A3D0CF1F-3939-445D-BE5F-7B1C2D1DAAD2}" dt="2024-09-10T09:28:44.269" v="1921" actId="47"/>
        <pc:sldMkLst>
          <pc:docMk/>
          <pc:sldMk cId="0" sldId="275"/>
        </pc:sldMkLst>
      </pc:sldChg>
      <pc:sldChg chg="del">
        <pc:chgData name="Tan Yi Fei" userId="4042c1cf46da7474" providerId="LiveId" clId="{A3D0CF1F-3939-445D-BE5F-7B1C2D1DAAD2}" dt="2024-09-10T09:28:44.316" v="1922" actId="47"/>
        <pc:sldMkLst>
          <pc:docMk/>
          <pc:sldMk cId="0" sldId="276"/>
        </pc:sldMkLst>
      </pc:sldChg>
      <pc:sldChg chg="del">
        <pc:chgData name="Tan Yi Fei" userId="4042c1cf46da7474" providerId="LiveId" clId="{A3D0CF1F-3939-445D-BE5F-7B1C2D1DAAD2}" dt="2024-09-10T09:28:44.349" v="1923" actId="47"/>
        <pc:sldMkLst>
          <pc:docMk/>
          <pc:sldMk cId="0" sldId="277"/>
        </pc:sldMkLst>
      </pc:sldChg>
      <pc:sldChg chg="del">
        <pc:chgData name="Tan Yi Fei" userId="4042c1cf46da7474" providerId="LiveId" clId="{A3D0CF1F-3939-445D-BE5F-7B1C2D1DAAD2}" dt="2024-09-10T09:28:44.383" v="1924" actId="47"/>
        <pc:sldMkLst>
          <pc:docMk/>
          <pc:sldMk cId="0" sldId="278"/>
        </pc:sldMkLst>
      </pc:sldChg>
      <pc:sldChg chg="del">
        <pc:chgData name="Tan Yi Fei" userId="4042c1cf46da7474" providerId="LiveId" clId="{A3D0CF1F-3939-445D-BE5F-7B1C2D1DAAD2}" dt="2024-09-10T09:28:44.421" v="1925" actId="47"/>
        <pc:sldMkLst>
          <pc:docMk/>
          <pc:sldMk cId="0" sldId="279"/>
        </pc:sldMkLst>
      </pc:sldChg>
      <pc:sldChg chg="del">
        <pc:chgData name="Tan Yi Fei" userId="4042c1cf46da7474" providerId="LiveId" clId="{A3D0CF1F-3939-445D-BE5F-7B1C2D1DAAD2}" dt="2024-09-10T09:28:44.461" v="1926" actId="47"/>
        <pc:sldMkLst>
          <pc:docMk/>
          <pc:sldMk cId="0" sldId="280"/>
        </pc:sldMkLst>
      </pc:sldChg>
      <pc:sldChg chg="del ord modNotes">
        <pc:chgData name="Tan Yi Fei" userId="4042c1cf46da7474" providerId="LiveId" clId="{A3D0CF1F-3939-445D-BE5F-7B1C2D1DAAD2}" dt="2024-09-10T09:28:40.618" v="1903" actId="47"/>
        <pc:sldMkLst>
          <pc:docMk/>
          <pc:sldMk cId="0" sldId="281"/>
        </pc:sldMkLst>
      </pc:sldChg>
      <pc:sldChg chg="del">
        <pc:chgData name="Tan Yi Fei" userId="4042c1cf46da7474" providerId="LiveId" clId="{A3D0CF1F-3939-445D-BE5F-7B1C2D1DAAD2}" dt="2024-09-10T09:28:44.495" v="1927" actId="47"/>
        <pc:sldMkLst>
          <pc:docMk/>
          <pc:sldMk cId="0" sldId="282"/>
        </pc:sldMkLst>
      </pc:sldChg>
      <pc:sldChg chg="del">
        <pc:chgData name="Tan Yi Fei" userId="4042c1cf46da7474" providerId="LiveId" clId="{A3D0CF1F-3939-445D-BE5F-7B1C2D1DAAD2}" dt="2024-09-10T09:28:44.525" v="1928" actId="47"/>
        <pc:sldMkLst>
          <pc:docMk/>
          <pc:sldMk cId="0" sldId="283"/>
        </pc:sldMkLst>
      </pc:sldChg>
      <pc:sldChg chg="del">
        <pc:chgData name="Tan Yi Fei" userId="4042c1cf46da7474" providerId="LiveId" clId="{A3D0CF1F-3939-445D-BE5F-7B1C2D1DAAD2}" dt="2024-09-10T09:28:40.533" v="1901" actId="47"/>
        <pc:sldMkLst>
          <pc:docMk/>
          <pc:sldMk cId="0" sldId="284"/>
        </pc:sldMkLst>
      </pc:sldChg>
      <pc:sldChg chg="del">
        <pc:chgData name="Tan Yi Fei" userId="4042c1cf46da7474" providerId="LiveId" clId="{A3D0CF1F-3939-445D-BE5F-7B1C2D1DAAD2}" dt="2024-09-10T09:28:44.556" v="1929" actId="47"/>
        <pc:sldMkLst>
          <pc:docMk/>
          <pc:sldMk cId="0" sldId="285"/>
        </pc:sldMkLst>
      </pc:sldChg>
      <pc:sldChg chg="del">
        <pc:chgData name="Tan Yi Fei" userId="4042c1cf46da7474" providerId="LiveId" clId="{A3D0CF1F-3939-445D-BE5F-7B1C2D1DAAD2}" dt="2024-09-10T09:28:44.589" v="1930" actId="47"/>
        <pc:sldMkLst>
          <pc:docMk/>
          <pc:sldMk cId="0" sldId="286"/>
        </pc:sldMkLst>
      </pc:sldChg>
      <pc:sldChg chg="del">
        <pc:chgData name="Tan Yi Fei" userId="4042c1cf46da7474" providerId="LiveId" clId="{A3D0CF1F-3939-445D-BE5F-7B1C2D1DAAD2}" dt="2024-09-10T09:28:44.616" v="1931" actId="47"/>
        <pc:sldMkLst>
          <pc:docMk/>
          <pc:sldMk cId="0" sldId="287"/>
        </pc:sldMkLst>
      </pc:sldChg>
      <pc:sldChg chg="del">
        <pc:chgData name="Tan Yi Fei" userId="4042c1cf46da7474" providerId="LiveId" clId="{A3D0CF1F-3939-445D-BE5F-7B1C2D1DAAD2}" dt="2024-09-10T09:28:44.644" v="1932" actId="47"/>
        <pc:sldMkLst>
          <pc:docMk/>
          <pc:sldMk cId="0" sldId="288"/>
        </pc:sldMkLst>
      </pc:sldChg>
      <pc:sldChg chg="del">
        <pc:chgData name="Tan Yi Fei" userId="4042c1cf46da7474" providerId="LiveId" clId="{A3D0CF1F-3939-445D-BE5F-7B1C2D1DAAD2}" dt="2024-09-10T09:28:44.671" v="1933" actId="47"/>
        <pc:sldMkLst>
          <pc:docMk/>
          <pc:sldMk cId="0" sldId="289"/>
        </pc:sldMkLst>
      </pc:sldChg>
      <pc:sldChg chg="modSp add del mod setBg">
        <pc:chgData name="Tan Yi Fei" userId="4042c1cf46da7474" providerId="LiveId" clId="{A3D0CF1F-3939-445D-BE5F-7B1C2D1DAAD2}" dt="2024-09-10T09:33:39.003" v="2043" actId="12"/>
        <pc:sldMkLst>
          <pc:docMk/>
          <pc:sldMk cId="2342941661" sldId="290"/>
        </pc:sldMkLst>
        <pc:spChg chg="mod">
          <ac:chgData name="Tan Yi Fei" userId="4042c1cf46da7474" providerId="LiveId" clId="{A3D0CF1F-3939-445D-BE5F-7B1C2D1DAAD2}" dt="2024-09-10T03:01:16.838" v="32" actId="2711"/>
          <ac:spMkLst>
            <pc:docMk/>
            <pc:sldMk cId="2342941661" sldId="290"/>
            <ac:spMk id="861" creationId="{00000000-0000-0000-0000-000000000000}"/>
          </ac:spMkLst>
        </pc:spChg>
        <pc:spChg chg="mod">
          <ac:chgData name="Tan Yi Fei" userId="4042c1cf46da7474" providerId="LiveId" clId="{A3D0CF1F-3939-445D-BE5F-7B1C2D1DAAD2}" dt="2024-09-10T07:18:59.675" v="37" actId="2711"/>
          <ac:spMkLst>
            <pc:docMk/>
            <pc:sldMk cId="2342941661" sldId="290"/>
            <ac:spMk id="863" creationId="{00000000-0000-0000-0000-000000000000}"/>
          </ac:spMkLst>
        </pc:spChg>
        <pc:spChg chg="mod">
          <ac:chgData name="Tan Yi Fei" userId="4042c1cf46da7474" providerId="LiveId" clId="{A3D0CF1F-3939-445D-BE5F-7B1C2D1DAAD2}" dt="2024-09-10T09:32:57.943" v="2031" actId="123"/>
          <ac:spMkLst>
            <pc:docMk/>
            <pc:sldMk cId="2342941661" sldId="290"/>
            <ac:spMk id="864" creationId="{00000000-0000-0000-0000-000000000000}"/>
          </ac:spMkLst>
        </pc:spChg>
        <pc:spChg chg="mod">
          <ac:chgData name="Tan Yi Fei" userId="4042c1cf46da7474" providerId="LiveId" clId="{A3D0CF1F-3939-445D-BE5F-7B1C2D1DAAD2}" dt="2024-09-10T07:18:52.235" v="36" actId="2711"/>
          <ac:spMkLst>
            <pc:docMk/>
            <pc:sldMk cId="2342941661" sldId="290"/>
            <ac:spMk id="866" creationId="{00000000-0000-0000-0000-000000000000}"/>
          </ac:spMkLst>
        </pc:spChg>
        <pc:spChg chg="mod">
          <ac:chgData name="Tan Yi Fei" userId="4042c1cf46da7474" providerId="LiveId" clId="{A3D0CF1F-3939-445D-BE5F-7B1C2D1DAAD2}" dt="2024-09-10T09:31:17.447" v="2004" actId="12"/>
          <ac:spMkLst>
            <pc:docMk/>
            <pc:sldMk cId="2342941661" sldId="290"/>
            <ac:spMk id="867" creationId="{00000000-0000-0000-0000-000000000000}"/>
          </ac:spMkLst>
        </pc:spChg>
        <pc:spChg chg="mod">
          <ac:chgData name="Tan Yi Fei" userId="4042c1cf46da7474" providerId="LiveId" clId="{A3D0CF1F-3939-445D-BE5F-7B1C2D1DAAD2}" dt="2024-09-10T07:19:30.541" v="44" actId="404"/>
          <ac:spMkLst>
            <pc:docMk/>
            <pc:sldMk cId="2342941661" sldId="290"/>
            <ac:spMk id="869" creationId="{00000000-0000-0000-0000-000000000000}"/>
          </ac:spMkLst>
        </pc:spChg>
        <pc:spChg chg="mod">
          <ac:chgData name="Tan Yi Fei" userId="4042c1cf46da7474" providerId="LiveId" clId="{A3D0CF1F-3939-445D-BE5F-7B1C2D1DAAD2}" dt="2024-09-10T09:33:39.003" v="2043" actId="12"/>
          <ac:spMkLst>
            <pc:docMk/>
            <pc:sldMk cId="2342941661" sldId="290"/>
            <ac:spMk id="87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19:47.970" v="47" actId="14100"/>
          <ac:spMkLst>
            <pc:docMk/>
            <pc:sldMk cId="2342941661" sldId="290"/>
            <ac:spMk id="872" creationId="{00000000-0000-0000-0000-000000000000}"/>
          </ac:spMkLst>
        </pc:spChg>
        <pc:spChg chg="mod">
          <ac:chgData name="Tan Yi Fei" userId="4042c1cf46da7474" providerId="LiveId" clId="{A3D0CF1F-3939-445D-BE5F-7B1C2D1DAAD2}" dt="2024-09-10T09:33:13.916" v="2038" actId="20577"/>
          <ac:spMkLst>
            <pc:docMk/>
            <pc:sldMk cId="2342941661" sldId="290"/>
            <ac:spMk id="873" creationId="{00000000-0000-0000-0000-000000000000}"/>
          </ac:spMkLst>
        </pc:spChg>
        <pc:grpChg chg="mod">
          <ac:chgData name="Tan Yi Fei" userId="4042c1cf46da7474" providerId="LiveId" clId="{A3D0CF1F-3939-445D-BE5F-7B1C2D1DAAD2}" dt="2024-09-10T09:31:47.532" v="2013" actId="1076"/>
          <ac:grpSpMkLst>
            <pc:docMk/>
            <pc:sldMk cId="2342941661" sldId="290"/>
            <ac:grpSpMk id="862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9:31:17.583" v="2005" actId="14100"/>
          <ac:grpSpMkLst>
            <pc:docMk/>
            <pc:sldMk cId="2342941661" sldId="290"/>
            <ac:grpSpMk id="865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9:33:31.680" v="2042" actId="14100"/>
          <ac:grpSpMkLst>
            <pc:docMk/>
            <pc:sldMk cId="2342941661" sldId="290"/>
            <ac:grpSpMk id="868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9:32:42.033" v="2029" actId="14100"/>
          <ac:grpSpMkLst>
            <pc:docMk/>
            <pc:sldMk cId="2342941661" sldId="290"/>
            <ac:grpSpMk id="871" creationId="{00000000-0000-0000-0000-000000000000}"/>
          </ac:grpSpMkLst>
        </pc:grpChg>
        <pc:cxnChg chg="mod">
          <ac:chgData name="Tan Yi Fei" userId="4042c1cf46da7474" providerId="LiveId" clId="{A3D0CF1F-3939-445D-BE5F-7B1C2D1DAAD2}" dt="2024-09-10T09:31:17.583" v="2005" actId="14100"/>
          <ac:cxnSpMkLst>
            <pc:docMk/>
            <pc:sldMk cId="2342941661" sldId="290"/>
            <ac:cxnSpMk id="886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9:31:47.532" v="2013" actId="1076"/>
          <ac:cxnSpMkLst>
            <pc:docMk/>
            <pc:sldMk cId="2342941661" sldId="290"/>
            <ac:cxnSpMk id="887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9:32:42.033" v="2029" actId="14100"/>
          <ac:cxnSpMkLst>
            <pc:docMk/>
            <pc:sldMk cId="2342941661" sldId="290"/>
            <ac:cxnSpMk id="888" creationId="{00000000-0000-0000-0000-000000000000}"/>
          </ac:cxnSpMkLst>
        </pc:cxnChg>
      </pc:sldChg>
      <pc:sldChg chg="del">
        <pc:chgData name="Tan Yi Fei" userId="4042c1cf46da7474" providerId="LiveId" clId="{A3D0CF1F-3939-445D-BE5F-7B1C2D1DAAD2}" dt="2024-09-10T09:28:44.224" v="1920" actId="47"/>
        <pc:sldMkLst>
          <pc:docMk/>
          <pc:sldMk cId="1747034841" sldId="291"/>
        </pc:sldMkLst>
      </pc:sldChg>
      <pc:sldChg chg="modSp add del mod">
        <pc:chgData name="Tan Yi Fei" userId="4042c1cf46da7474" providerId="LiveId" clId="{A3D0CF1F-3939-445D-BE5F-7B1C2D1DAAD2}" dt="2024-09-10T09:28:52.305" v="1951" actId="47"/>
        <pc:sldMkLst>
          <pc:docMk/>
          <pc:sldMk cId="3621235950" sldId="292"/>
        </pc:sldMkLst>
        <pc:spChg chg="mod">
          <ac:chgData name="Tan Yi Fei" userId="4042c1cf46da7474" providerId="LiveId" clId="{A3D0CF1F-3939-445D-BE5F-7B1C2D1DAAD2}" dt="2024-09-10T03:02:06.690" v="35" actId="2711"/>
          <ac:spMkLst>
            <pc:docMk/>
            <pc:sldMk cId="3621235950" sldId="292"/>
            <ac:spMk id="3057" creationId="{00000000-0000-0000-0000-000000000000}"/>
          </ac:spMkLst>
        </pc:spChg>
      </pc:sldChg>
      <pc:sldChg chg="add del">
        <pc:chgData name="Tan Yi Fei" userId="4042c1cf46da7474" providerId="LiveId" clId="{A3D0CF1F-3939-445D-BE5F-7B1C2D1DAAD2}" dt="2024-09-10T09:28:44.185" v="1919" actId="47"/>
        <pc:sldMkLst>
          <pc:docMk/>
          <pc:sldMk cId="1414252619" sldId="293"/>
        </pc:sldMkLst>
      </pc:sldChg>
      <pc:sldChg chg="add del ord">
        <pc:chgData name="Tan Yi Fei" userId="4042c1cf46da7474" providerId="LiveId" clId="{A3D0CF1F-3939-445D-BE5F-7B1C2D1DAAD2}" dt="2024-09-10T09:28:40.579" v="1902" actId="47"/>
        <pc:sldMkLst>
          <pc:docMk/>
          <pc:sldMk cId="1026211992" sldId="294"/>
        </pc:sldMkLst>
      </pc:sldChg>
      <pc:sldChg chg="addSp delSp modSp add del mod ord">
        <pc:chgData name="Tan Yi Fei" userId="4042c1cf46da7474" providerId="LiveId" clId="{A3D0CF1F-3939-445D-BE5F-7B1C2D1DAAD2}" dt="2024-09-10T09:41:35.360" v="2070" actId="14100"/>
        <pc:sldMkLst>
          <pc:docMk/>
          <pc:sldMk cId="3809992258" sldId="295"/>
        </pc:sldMkLst>
        <pc:spChg chg="mod">
          <ac:chgData name="Tan Yi Fei" userId="4042c1cf46da7474" providerId="LiveId" clId="{A3D0CF1F-3939-445D-BE5F-7B1C2D1DAAD2}" dt="2024-09-10T08:25:23.088" v="1203" actId="20577"/>
          <ac:spMkLst>
            <pc:docMk/>
            <pc:sldMk cId="3809992258" sldId="295"/>
            <ac:spMk id="2785" creationId="{00000000-0000-0000-0000-000000000000}"/>
          </ac:spMkLst>
        </pc:spChg>
        <pc:spChg chg="mod">
          <ac:chgData name="Tan Yi Fei" userId="4042c1cf46da7474" providerId="LiveId" clId="{A3D0CF1F-3939-445D-BE5F-7B1C2D1DAAD2}" dt="2024-09-10T09:41:35.360" v="2070" actId="14100"/>
          <ac:spMkLst>
            <pc:docMk/>
            <pc:sldMk cId="3809992258" sldId="295"/>
            <ac:spMk id="2796" creationId="{00000000-0000-0000-0000-000000000000}"/>
          </ac:spMkLst>
        </pc:spChg>
        <pc:spChg chg="mod">
          <ac:chgData name="Tan Yi Fei" userId="4042c1cf46da7474" providerId="LiveId" clId="{A3D0CF1F-3939-445D-BE5F-7B1C2D1DAAD2}" dt="2024-09-10T08:30:50.166" v="1324" actId="1076"/>
          <ac:spMkLst>
            <pc:docMk/>
            <pc:sldMk cId="3809992258" sldId="295"/>
            <ac:spMk id="2798" creationId="{00000000-0000-0000-0000-000000000000}"/>
          </ac:spMkLst>
        </pc:spChg>
        <pc:spChg chg="mod">
          <ac:chgData name="Tan Yi Fei" userId="4042c1cf46da7474" providerId="LiveId" clId="{A3D0CF1F-3939-445D-BE5F-7B1C2D1DAAD2}" dt="2024-09-10T09:41:06.518" v="2063" actId="20577"/>
          <ac:spMkLst>
            <pc:docMk/>
            <pc:sldMk cId="3809992258" sldId="295"/>
            <ac:spMk id="279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50:25.498" v="338" actId="207"/>
          <ac:spMkLst>
            <pc:docMk/>
            <pc:sldMk cId="3809992258" sldId="295"/>
            <ac:spMk id="2800" creationId="{00000000-0000-0000-0000-000000000000}"/>
          </ac:spMkLst>
        </pc:spChg>
        <pc:spChg chg="mod">
          <ac:chgData name="Tan Yi Fei" userId="4042c1cf46da7474" providerId="LiveId" clId="{A3D0CF1F-3939-445D-BE5F-7B1C2D1DAAD2}" dt="2024-09-10T07:50:25.498" v="338" actId="207"/>
          <ac:spMkLst>
            <pc:docMk/>
            <pc:sldMk cId="3809992258" sldId="295"/>
            <ac:spMk id="2801" creationId="{00000000-0000-0000-0000-000000000000}"/>
          </ac:spMkLst>
        </pc:spChg>
        <pc:grpChg chg="add del">
          <ac:chgData name="Tan Yi Fei" userId="4042c1cf46da7474" providerId="LiveId" clId="{A3D0CF1F-3939-445D-BE5F-7B1C2D1DAAD2}" dt="2024-09-10T07:40:12.077" v="192" actId="478"/>
          <ac:grpSpMkLst>
            <pc:docMk/>
            <pc:sldMk cId="3809992258" sldId="295"/>
            <ac:grpSpMk id="2786" creationId="{00000000-0000-0000-0000-000000000000}"/>
          </ac:grpSpMkLst>
        </pc:grpChg>
        <pc:grpChg chg="add del mod">
          <ac:chgData name="Tan Yi Fei" userId="4042c1cf46da7474" providerId="LiveId" clId="{A3D0CF1F-3939-445D-BE5F-7B1C2D1DAAD2}" dt="2024-09-10T09:41:16.384" v="2067" actId="14100"/>
          <ac:grpSpMkLst>
            <pc:docMk/>
            <pc:sldMk cId="3809992258" sldId="295"/>
            <ac:grpSpMk id="2795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2.077" v="192" actId="478"/>
          <ac:grpSpMkLst>
            <pc:docMk/>
            <pc:sldMk cId="3809992258" sldId="295"/>
            <ac:grpSpMk id="2804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5.184" v="193" actId="478"/>
          <ac:grpSpMkLst>
            <pc:docMk/>
            <pc:sldMk cId="3809992258" sldId="295"/>
            <ac:grpSpMk id="2813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5.184" v="193" actId="478"/>
          <ac:grpSpMkLst>
            <pc:docMk/>
            <pc:sldMk cId="3809992258" sldId="295"/>
            <ac:grpSpMk id="2822" creationId="{00000000-0000-0000-0000-000000000000}"/>
          </ac:grpSpMkLst>
        </pc:grpChg>
        <pc:grpChg chg="add del">
          <ac:chgData name="Tan Yi Fei" userId="4042c1cf46da7474" providerId="LiveId" clId="{A3D0CF1F-3939-445D-BE5F-7B1C2D1DAAD2}" dt="2024-09-10T07:40:18.844" v="194" actId="478"/>
          <ac:grpSpMkLst>
            <pc:docMk/>
            <pc:sldMk cId="3809992258" sldId="295"/>
            <ac:grpSpMk id="2831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2.077" v="192" actId="478"/>
          <ac:grpSpMkLst>
            <pc:docMk/>
            <pc:sldMk cId="3809992258" sldId="295"/>
            <ac:grpSpMk id="2840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5.184" v="193" actId="478"/>
          <ac:grpSpMkLst>
            <pc:docMk/>
            <pc:sldMk cId="3809992258" sldId="295"/>
            <ac:grpSpMk id="2847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0:15.184" v="193" actId="478"/>
          <ac:grpSpMkLst>
            <pc:docMk/>
            <pc:sldMk cId="3809992258" sldId="295"/>
            <ac:grpSpMk id="2860" creationId="{00000000-0000-0000-0000-000000000000}"/>
          </ac:grpSpMkLst>
        </pc:grpChg>
        <pc:grpChg chg="add del">
          <ac:chgData name="Tan Yi Fei" userId="4042c1cf46da7474" providerId="LiveId" clId="{A3D0CF1F-3939-445D-BE5F-7B1C2D1DAAD2}" dt="2024-09-10T07:40:12.077" v="192" actId="478"/>
          <ac:grpSpMkLst>
            <pc:docMk/>
            <pc:sldMk cId="3809992258" sldId="295"/>
            <ac:grpSpMk id="2864" creationId="{00000000-0000-0000-0000-000000000000}"/>
          </ac:grpSpMkLst>
        </pc:grpChg>
        <pc:grpChg chg="add del mod">
          <ac:chgData name="Tan Yi Fei" userId="4042c1cf46da7474" providerId="LiveId" clId="{A3D0CF1F-3939-445D-BE5F-7B1C2D1DAAD2}" dt="2024-09-10T07:41:59.959" v="224" actId="478"/>
          <ac:grpSpMkLst>
            <pc:docMk/>
            <pc:sldMk cId="3809992258" sldId="295"/>
            <ac:grpSpMk id="2871" creationId="{00000000-0000-0000-0000-000000000000}"/>
          </ac:grpSpMkLst>
        </pc:grpChg>
        <pc:grpChg chg="add del">
          <ac:chgData name="Tan Yi Fei" userId="4042c1cf46da7474" providerId="LiveId" clId="{A3D0CF1F-3939-445D-BE5F-7B1C2D1DAAD2}" dt="2024-09-10T07:40:18.844" v="194" actId="478"/>
          <ac:grpSpMkLst>
            <pc:docMk/>
            <pc:sldMk cId="3809992258" sldId="295"/>
            <ac:grpSpMk id="2874" creationId="{00000000-0000-0000-0000-000000000000}"/>
          </ac:grpSpMkLst>
        </pc:grpChg>
        <pc:picChg chg="add mod modCrop">
          <ac:chgData name="Tan Yi Fei" userId="4042c1cf46da7474" providerId="LiveId" clId="{A3D0CF1F-3939-445D-BE5F-7B1C2D1DAAD2}" dt="2024-09-10T07:41:11.658" v="205" actId="1440"/>
          <ac:picMkLst>
            <pc:docMk/>
            <pc:sldMk cId="3809992258" sldId="295"/>
            <ac:picMk id="3" creationId="{6E884866-893F-DCBF-5DAA-09E8D64AE73D}"/>
          </ac:picMkLst>
        </pc:picChg>
        <pc:picChg chg="add mod">
          <ac:chgData name="Tan Yi Fei" userId="4042c1cf46da7474" providerId="LiveId" clId="{A3D0CF1F-3939-445D-BE5F-7B1C2D1DAAD2}" dt="2024-09-10T07:50:45.806" v="342" actId="1076"/>
          <ac:picMkLst>
            <pc:docMk/>
            <pc:sldMk cId="3809992258" sldId="295"/>
            <ac:picMk id="5" creationId="{DF07F7A8-0A6D-FC99-A701-609996C3DD2B}"/>
          </ac:picMkLst>
        </pc:picChg>
        <pc:cxnChg chg="mod">
          <ac:chgData name="Tan Yi Fei" userId="4042c1cf46da7474" providerId="LiveId" clId="{A3D0CF1F-3939-445D-BE5F-7B1C2D1DAAD2}" dt="2024-09-10T07:40:12.077" v="192" actId="478"/>
          <ac:cxnSpMkLst>
            <pc:docMk/>
            <pc:sldMk cId="3809992258" sldId="295"/>
            <ac:cxnSpMk id="2793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2.077" v="192" actId="478"/>
          <ac:cxnSpMkLst>
            <pc:docMk/>
            <pc:sldMk cId="3809992258" sldId="295"/>
            <ac:cxnSpMk id="2794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30:38.950" v="1322" actId="14100"/>
          <ac:cxnSpMkLst>
            <pc:docMk/>
            <pc:sldMk cId="3809992258" sldId="295"/>
            <ac:cxnSpMk id="2802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30:35.042" v="1321" actId="14100"/>
          <ac:cxnSpMkLst>
            <pc:docMk/>
            <pc:sldMk cId="3809992258" sldId="295"/>
            <ac:cxnSpMk id="2803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2.077" v="192" actId="478"/>
          <ac:cxnSpMkLst>
            <pc:docMk/>
            <pc:sldMk cId="3809992258" sldId="295"/>
            <ac:cxnSpMk id="2811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2.077" v="192" actId="478"/>
          <ac:cxnSpMkLst>
            <pc:docMk/>
            <pc:sldMk cId="3809992258" sldId="295"/>
            <ac:cxnSpMk id="2812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5.184" v="193" actId="478"/>
          <ac:cxnSpMkLst>
            <pc:docMk/>
            <pc:sldMk cId="3809992258" sldId="295"/>
            <ac:cxnSpMk id="2820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5.184" v="193" actId="478"/>
          <ac:cxnSpMkLst>
            <pc:docMk/>
            <pc:sldMk cId="3809992258" sldId="295"/>
            <ac:cxnSpMk id="2821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5.184" v="193" actId="478"/>
          <ac:cxnSpMkLst>
            <pc:docMk/>
            <pc:sldMk cId="3809992258" sldId="295"/>
            <ac:cxnSpMk id="2829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5.184" v="193" actId="478"/>
          <ac:cxnSpMkLst>
            <pc:docMk/>
            <pc:sldMk cId="3809992258" sldId="295"/>
            <ac:cxnSpMk id="2830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8.844" v="194" actId="478"/>
          <ac:cxnSpMkLst>
            <pc:docMk/>
            <pc:sldMk cId="3809992258" sldId="295"/>
            <ac:cxnSpMk id="2838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0:18.844" v="194" actId="478"/>
          <ac:cxnSpMkLst>
            <pc:docMk/>
            <pc:sldMk cId="3809992258" sldId="295"/>
            <ac:cxnSpMk id="2839" creationId="{00000000-0000-0000-0000-000000000000}"/>
          </ac:cxnSpMkLst>
        </pc:cxnChg>
      </pc:sldChg>
      <pc:sldChg chg="addSp delSp modSp add del mod ord">
        <pc:chgData name="Tan Yi Fei" userId="4042c1cf46da7474" providerId="LiveId" clId="{A3D0CF1F-3939-445D-BE5F-7B1C2D1DAAD2}" dt="2024-09-10T09:28:50.800" v="1949" actId="47"/>
        <pc:sldMkLst>
          <pc:docMk/>
          <pc:sldMk cId="1489119759" sldId="296"/>
        </pc:sldMkLst>
        <pc:spChg chg="add del mod">
          <ac:chgData name="Tan Yi Fei" userId="4042c1cf46da7474" providerId="LiveId" clId="{A3D0CF1F-3939-445D-BE5F-7B1C2D1DAAD2}" dt="2024-09-10T08:25:55.731" v="1205" actId="478"/>
          <ac:spMkLst>
            <pc:docMk/>
            <pc:sldMk cId="1489119759" sldId="296"/>
            <ac:spMk id="5" creationId="{CD008988-5216-5D38-EAF2-E5867FC4832E}"/>
          </ac:spMkLst>
        </pc:spChg>
        <pc:spChg chg="del mod">
          <ac:chgData name="Tan Yi Fei" userId="4042c1cf46da7474" providerId="LiveId" clId="{A3D0CF1F-3939-445D-BE5F-7B1C2D1DAAD2}" dt="2024-09-10T08:25:53.636" v="1204" actId="478"/>
          <ac:spMkLst>
            <pc:docMk/>
            <pc:sldMk cId="1489119759" sldId="296"/>
            <ac:spMk id="2785" creationId="{00000000-0000-0000-0000-000000000000}"/>
          </ac:spMkLst>
        </pc:spChg>
        <pc:spChg chg="mod">
          <ac:chgData name="Tan Yi Fei" userId="4042c1cf46da7474" providerId="LiveId" clId="{A3D0CF1F-3939-445D-BE5F-7B1C2D1DAAD2}" dt="2024-09-10T07:50:53.508" v="343" actId="207"/>
          <ac:spMkLst>
            <pc:docMk/>
            <pc:sldMk cId="1489119759" sldId="296"/>
            <ac:spMk id="2805" creationId="{00000000-0000-0000-0000-000000000000}"/>
          </ac:spMkLst>
        </pc:spChg>
        <pc:spChg chg="mod">
          <ac:chgData name="Tan Yi Fei" userId="4042c1cf46da7474" providerId="LiveId" clId="{A3D0CF1F-3939-445D-BE5F-7B1C2D1DAAD2}" dt="2024-09-10T08:35:50.394" v="1501" actId="14100"/>
          <ac:spMkLst>
            <pc:docMk/>
            <pc:sldMk cId="1489119759" sldId="296"/>
            <ac:spMk id="2806" creationId="{00000000-0000-0000-0000-000000000000}"/>
          </ac:spMkLst>
        </pc:spChg>
        <pc:spChg chg="mod">
          <ac:chgData name="Tan Yi Fei" userId="4042c1cf46da7474" providerId="LiveId" clId="{A3D0CF1F-3939-445D-BE5F-7B1C2D1DAAD2}" dt="2024-09-10T08:35:56.381" v="1502" actId="1076"/>
          <ac:spMkLst>
            <pc:docMk/>
            <pc:sldMk cId="1489119759" sldId="296"/>
            <ac:spMk id="2808" creationId="{00000000-0000-0000-0000-000000000000}"/>
          </ac:spMkLst>
        </pc:spChg>
        <pc:spChg chg="mod">
          <ac:chgData name="Tan Yi Fei" userId="4042c1cf46da7474" providerId="LiveId" clId="{A3D0CF1F-3939-445D-BE5F-7B1C2D1DAAD2}" dt="2024-09-10T08:43:29.196" v="1711" actId="20577"/>
          <ac:spMkLst>
            <pc:docMk/>
            <pc:sldMk cId="1489119759" sldId="296"/>
            <ac:spMk id="2809" creationId="{00000000-0000-0000-0000-000000000000}"/>
          </ac:spMkLst>
        </pc:spChg>
        <pc:spChg chg="mod">
          <ac:chgData name="Tan Yi Fei" userId="4042c1cf46da7474" providerId="LiveId" clId="{A3D0CF1F-3939-445D-BE5F-7B1C2D1DAAD2}" dt="2024-09-10T07:50:53.508" v="343" actId="207"/>
          <ac:spMkLst>
            <pc:docMk/>
            <pc:sldMk cId="1489119759" sldId="296"/>
            <ac:spMk id="2810" creationId="{00000000-0000-0000-0000-000000000000}"/>
          </ac:spMkLst>
        </pc:s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786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795" creationId="{00000000-0000-0000-0000-000000000000}"/>
          </ac:grpSpMkLst>
        </pc:grpChg>
        <pc:grpChg chg="mod">
          <ac:chgData name="Tan Yi Fei" userId="4042c1cf46da7474" providerId="LiveId" clId="{A3D0CF1F-3939-445D-BE5F-7B1C2D1DAAD2}" dt="2024-09-10T08:35:36.376" v="1499" actId="14100"/>
          <ac:grpSpMkLst>
            <pc:docMk/>
            <pc:sldMk cId="1489119759" sldId="296"/>
            <ac:grpSpMk id="2804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4.792" v="296" actId="478"/>
          <ac:grpSpMkLst>
            <pc:docMk/>
            <pc:sldMk cId="1489119759" sldId="296"/>
            <ac:grpSpMk id="2813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4.792" v="296" actId="478"/>
          <ac:grpSpMkLst>
            <pc:docMk/>
            <pc:sldMk cId="1489119759" sldId="296"/>
            <ac:grpSpMk id="2822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831" creationId="{00000000-0000-0000-0000-000000000000}"/>
          </ac:grpSpMkLst>
        </pc:grpChg>
        <pc:grpChg chg="del mod">
          <ac:chgData name="Tan Yi Fei" userId="4042c1cf46da7474" providerId="LiveId" clId="{A3D0CF1F-3939-445D-BE5F-7B1C2D1DAAD2}" dt="2024-09-10T07:47:44.473" v="328" actId="478"/>
          <ac:grpSpMkLst>
            <pc:docMk/>
            <pc:sldMk cId="1489119759" sldId="296"/>
            <ac:grpSpMk id="2840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4.792" v="296" actId="478"/>
          <ac:grpSpMkLst>
            <pc:docMk/>
            <pc:sldMk cId="1489119759" sldId="296"/>
            <ac:grpSpMk id="2847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4.792" v="296" actId="478"/>
          <ac:grpSpMkLst>
            <pc:docMk/>
            <pc:sldMk cId="1489119759" sldId="296"/>
            <ac:grpSpMk id="2860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864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871" creationId="{00000000-0000-0000-0000-000000000000}"/>
          </ac:grpSpMkLst>
        </pc:grpChg>
        <pc:grpChg chg="del">
          <ac:chgData name="Tan Yi Fei" userId="4042c1cf46da7474" providerId="LiveId" clId="{A3D0CF1F-3939-445D-BE5F-7B1C2D1DAAD2}" dt="2024-09-10T07:46:41.732" v="295" actId="478"/>
          <ac:grpSpMkLst>
            <pc:docMk/>
            <pc:sldMk cId="1489119759" sldId="296"/>
            <ac:grpSpMk id="2874" creationId="{00000000-0000-0000-0000-000000000000}"/>
          </ac:grpSpMkLst>
        </pc:grpChg>
        <pc:picChg chg="add mod">
          <ac:chgData name="Tan Yi Fei" userId="4042c1cf46da7474" providerId="LiveId" clId="{A3D0CF1F-3939-445D-BE5F-7B1C2D1DAAD2}" dt="2024-09-10T07:47:15.024" v="308" actId="1076"/>
          <ac:picMkLst>
            <pc:docMk/>
            <pc:sldMk cId="1489119759" sldId="296"/>
            <ac:picMk id="2" creationId="{2905004E-FF26-3E45-3C4A-A4349C475FE2}"/>
          </ac:picMkLst>
        </pc:picChg>
        <pc:picChg chg="add mod">
          <ac:chgData name="Tan Yi Fei" userId="4042c1cf46da7474" providerId="LiveId" clId="{A3D0CF1F-3939-445D-BE5F-7B1C2D1DAAD2}" dt="2024-09-10T07:54:07.341" v="368" actId="1076"/>
          <ac:picMkLst>
            <pc:docMk/>
            <pc:sldMk cId="1489119759" sldId="296"/>
            <ac:picMk id="3" creationId="{177260BE-92D0-6F89-68D2-844ADE6687A3}"/>
          </ac:picMkLst>
        </pc:pic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793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794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802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803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36:04.929" v="1504" actId="14100"/>
          <ac:cxnSpMkLst>
            <pc:docMk/>
            <pc:sldMk cId="1489119759" sldId="296"/>
            <ac:cxnSpMk id="2811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8:36:00.026" v="1503" actId="14100"/>
          <ac:cxnSpMkLst>
            <pc:docMk/>
            <pc:sldMk cId="1489119759" sldId="296"/>
            <ac:cxnSpMk id="2812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4.792" v="296" actId="478"/>
          <ac:cxnSpMkLst>
            <pc:docMk/>
            <pc:sldMk cId="1489119759" sldId="296"/>
            <ac:cxnSpMk id="2820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4.792" v="296" actId="478"/>
          <ac:cxnSpMkLst>
            <pc:docMk/>
            <pc:sldMk cId="1489119759" sldId="296"/>
            <ac:cxnSpMk id="2821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4.792" v="296" actId="478"/>
          <ac:cxnSpMkLst>
            <pc:docMk/>
            <pc:sldMk cId="1489119759" sldId="296"/>
            <ac:cxnSpMk id="2829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4.792" v="296" actId="478"/>
          <ac:cxnSpMkLst>
            <pc:docMk/>
            <pc:sldMk cId="1489119759" sldId="296"/>
            <ac:cxnSpMk id="2830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838" creationId="{00000000-0000-0000-0000-000000000000}"/>
          </ac:cxnSpMkLst>
        </pc:cxnChg>
        <pc:cxnChg chg="mod">
          <ac:chgData name="Tan Yi Fei" userId="4042c1cf46da7474" providerId="LiveId" clId="{A3D0CF1F-3939-445D-BE5F-7B1C2D1DAAD2}" dt="2024-09-10T07:46:41.732" v="295" actId="478"/>
          <ac:cxnSpMkLst>
            <pc:docMk/>
            <pc:sldMk cId="1489119759" sldId="296"/>
            <ac:cxnSpMk id="2839" creationId="{00000000-0000-0000-0000-000000000000}"/>
          </ac:cxnSpMkLst>
        </pc:cxnChg>
      </pc:sldChg>
      <pc:sldChg chg="add del ord">
        <pc:chgData name="Tan Yi Fei" userId="4042c1cf46da7474" providerId="LiveId" clId="{A3D0CF1F-3939-445D-BE5F-7B1C2D1DAAD2}" dt="2024-09-10T09:28:39.931" v="1900" actId="47"/>
        <pc:sldMkLst>
          <pc:docMk/>
          <pc:sldMk cId="3521569187" sldId="297"/>
        </pc:sldMkLst>
      </pc:sldChg>
      <pc:sldChg chg="addSp delSp modSp new add del mod ord modTransition delAnim modAnim">
        <pc:chgData name="Tan Yi Fei" userId="4042c1cf46da7474" providerId="LiveId" clId="{A3D0CF1F-3939-445D-BE5F-7B1C2D1DAAD2}" dt="2024-09-10T09:28:46.842" v="1943" actId="47"/>
        <pc:sldMkLst>
          <pc:docMk/>
          <pc:sldMk cId="2424978064" sldId="298"/>
        </pc:sldMkLst>
        <pc:spChg chg="del mod">
          <ac:chgData name="Tan Yi Fei" userId="4042c1cf46da7474" providerId="LiveId" clId="{A3D0CF1F-3939-445D-BE5F-7B1C2D1DAAD2}" dt="2024-09-10T08:46:49.243" v="1755" actId="478"/>
          <ac:spMkLst>
            <pc:docMk/>
            <pc:sldMk cId="2424978064" sldId="298"/>
            <ac:spMk id="2" creationId="{7CFEA96B-FFD5-CCEF-0F42-2C582AACE094}"/>
          </ac:spMkLst>
        </pc:spChg>
        <pc:spChg chg="add del mod">
          <ac:chgData name="Tan Yi Fei" userId="4042c1cf46da7474" providerId="LiveId" clId="{A3D0CF1F-3939-445D-BE5F-7B1C2D1DAAD2}" dt="2024-09-10T08:46:51.833" v="1756" actId="478"/>
          <ac:spMkLst>
            <pc:docMk/>
            <pc:sldMk cId="2424978064" sldId="298"/>
            <ac:spMk id="4" creationId="{F65387A3-999C-CFDD-0109-EAE6D458810E}"/>
          </ac:spMkLst>
        </pc:spChg>
        <pc:spChg chg="add del mod">
          <ac:chgData name="Tan Yi Fei" userId="4042c1cf46da7474" providerId="LiveId" clId="{A3D0CF1F-3939-445D-BE5F-7B1C2D1DAAD2}" dt="2024-09-10T09:04:01.009" v="1837" actId="478"/>
          <ac:spMkLst>
            <pc:docMk/>
            <pc:sldMk cId="2424978064" sldId="298"/>
            <ac:spMk id="5" creationId="{A7627C7B-627B-4AD5-7CE4-4E788C21D6CA}"/>
          </ac:spMkLst>
        </pc:spChg>
        <pc:spChg chg="add del mod">
          <ac:chgData name="Tan Yi Fei" userId="4042c1cf46da7474" providerId="LiveId" clId="{A3D0CF1F-3939-445D-BE5F-7B1C2D1DAAD2}" dt="2024-09-10T09:01:11.190" v="1809" actId="478"/>
          <ac:spMkLst>
            <pc:docMk/>
            <pc:sldMk cId="2424978064" sldId="298"/>
            <ac:spMk id="7" creationId="{27BDFC47-D710-1CBB-0754-372E91C258EC}"/>
          </ac:spMkLst>
        </pc:spChg>
        <pc:spChg chg="add del mod">
          <ac:chgData name="Tan Yi Fei" userId="4042c1cf46da7474" providerId="LiveId" clId="{A3D0CF1F-3939-445D-BE5F-7B1C2D1DAAD2}" dt="2024-09-10T09:05:28.796" v="1851" actId="478"/>
          <ac:spMkLst>
            <pc:docMk/>
            <pc:sldMk cId="2424978064" sldId="298"/>
            <ac:spMk id="8" creationId="{36C08C5C-FFAF-B073-7BDD-E6886DB2202A}"/>
          </ac:spMkLst>
        </pc:spChg>
        <pc:spChg chg="add del mod">
          <ac:chgData name="Tan Yi Fei" userId="4042c1cf46da7474" providerId="LiveId" clId="{A3D0CF1F-3939-445D-BE5F-7B1C2D1DAAD2}" dt="2024-09-10T09:23:23.758" v="1890" actId="478"/>
          <ac:spMkLst>
            <pc:docMk/>
            <pc:sldMk cId="2424978064" sldId="298"/>
            <ac:spMk id="10" creationId="{C39F2053-1EA8-8C88-3CB5-435CBEA17519}"/>
          </ac:spMkLst>
        </pc:spChg>
        <pc:spChg chg="add mod">
          <ac:chgData name="Tan Yi Fei" userId="4042c1cf46da7474" providerId="LiveId" clId="{A3D0CF1F-3939-445D-BE5F-7B1C2D1DAAD2}" dt="2024-09-10T09:24:53.906" v="1897" actId="1076"/>
          <ac:spMkLst>
            <pc:docMk/>
            <pc:sldMk cId="2424978064" sldId="298"/>
            <ac:spMk id="12" creationId="{E3786CBE-3E4C-2BD3-6089-8A90A9E707C0}"/>
          </ac:spMkLst>
        </pc:spChg>
        <pc:picChg chg="add del mod ord">
          <ac:chgData name="Tan Yi Fei" userId="4042c1cf46da7474" providerId="LiveId" clId="{A3D0CF1F-3939-445D-BE5F-7B1C2D1DAAD2}" dt="2024-09-10T09:14:43.826" v="1852" actId="478"/>
          <ac:picMkLst>
            <pc:docMk/>
            <pc:sldMk cId="2424978064" sldId="298"/>
            <ac:picMk id="6" creationId="{A27F0712-B92B-D23E-A23F-0D1F06121A03}"/>
          </ac:picMkLst>
        </pc:picChg>
        <pc:picChg chg="add mod">
          <ac:chgData name="Tan Yi Fei" userId="4042c1cf46da7474" providerId="LiveId" clId="{A3D0CF1F-3939-445D-BE5F-7B1C2D1DAAD2}" dt="2024-09-10T09:23:29.093" v="1894" actId="1076"/>
          <ac:picMkLst>
            <pc:docMk/>
            <pc:sldMk cId="2424978064" sldId="298"/>
            <ac:picMk id="9" creationId="{8A54E9DA-264A-1589-2B54-530AD6D1A18F}"/>
          </ac:picMkLst>
        </pc:picChg>
        <pc:picChg chg="add mod">
          <ac:chgData name="Tan Yi Fei" userId="4042c1cf46da7474" providerId="LiveId" clId="{A3D0CF1F-3939-445D-BE5F-7B1C2D1DAAD2}" dt="2024-09-10T09:20:10.118" v="1876" actId="1076"/>
          <ac:picMkLst>
            <pc:docMk/>
            <pc:sldMk cId="2424978064" sldId="298"/>
            <ac:picMk id="11" creationId="{B999C92D-3CAB-28D6-5A84-C11368066870}"/>
          </ac:picMkLst>
        </pc:picChg>
        <pc:inkChg chg="add del">
          <ac:chgData name="Tan Yi Fei" userId="4042c1cf46da7474" providerId="LiveId" clId="{A3D0CF1F-3939-445D-BE5F-7B1C2D1DAAD2}" dt="2024-09-10T09:25:07.264" v="1899" actId="9405"/>
          <ac:inkMkLst>
            <pc:docMk/>
            <pc:sldMk cId="2424978064" sldId="298"/>
            <ac:inkMk id="13" creationId="{A76189FD-6D47-C600-AA57-D16870713812}"/>
          </ac:inkMkLst>
        </pc:inkChg>
      </pc:sldChg>
      <pc:sldMasterChg chg="addSldLayout delSldLayout">
        <pc:chgData name="Tan Yi Fei" userId="4042c1cf46da7474" providerId="LiveId" clId="{A3D0CF1F-3939-445D-BE5F-7B1C2D1DAAD2}" dt="2024-09-10T09:28:48.653" v="1945" actId="47"/>
        <pc:sldMasterMkLst>
          <pc:docMk/>
          <pc:sldMasterMk cId="0" sldId="2147483661"/>
        </pc:sldMasterMkLst>
        <pc:sldLayoutChg chg="add del">
          <pc:chgData name="Tan Yi Fei" userId="4042c1cf46da7474" providerId="LiveId" clId="{A3D0CF1F-3939-445D-BE5F-7B1C2D1DAAD2}" dt="2024-09-10T09:28:47.211" v="1944" actId="47"/>
          <pc:sldLayoutMkLst>
            <pc:docMk/>
            <pc:sldMasterMk cId="0" sldId="2147483661"/>
            <pc:sldLayoutMk cId="0" sldId="2147483648"/>
          </pc:sldLayoutMkLst>
        </pc:sldLayoutChg>
        <pc:sldLayoutChg chg="add del">
          <pc:chgData name="Tan Yi Fei" userId="4042c1cf46da7474" providerId="LiveId" clId="{A3D0CF1F-3939-445D-BE5F-7B1C2D1DAAD2}" dt="2024-09-10T09:28:46.842" v="1943" actId="47"/>
          <pc:sldLayoutMkLst>
            <pc:docMk/>
            <pc:sldMasterMk cId="0" sldId="2147483661"/>
            <pc:sldLayoutMk cId="0" sldId="2147483649"/>
          </pc:sldLayoutMkLst>
        </pc:sldLayoutChg>
        <pc:sldLayoutChg chg="add del">
          <pc:chgData name="Tan Yi Fei" userId="4042c1cf46da7474" providerId="LiveId" clId="{A3D0CF1F-3939-445D-BE5F-7B1C2D1DAAD2}" dt="2024-09-10T09:28:48.653" v="1945" actId="47"/>
          <pc:sldLayoutMkLst>
            <pc:docMk/>
            <pc:sldMasterMk cId="0" sldId="2147483661"/>
            <pc:sldLayoutMk cId="0" sldId="2147483652"/>
          </pc:sldLayoutMkLst>
        </pc:sldLayoutChg>
      </pc:sldMasterChg>
      <pc:sldMasterChg chg="del delSldLayout">
        <pc:chgData name="Tan Yi Fei" userId="4042c1cf46da7474" providerId="LiveId" clId="{A3D0CF1F-3939-445D-BE5F-7B1C2D1DAAD2}" dt="2024-09-10T09:28:44.671" v="1933" actId="47"/>
        <pc:sldMasterMkLst>
          <pc:docMk/>
          <pc:sldMasterMk cId="0" sldId="2147483662"/>
        </pc:sldMasterMkLst>
        <pc:sldLayoutChg chg="del">
          <pc:chgData name="Tan Yi Fei" userId="4042c1cf46da7474" providerId="LiveId" clId="{A3D0CF1F-3939-445D-BE5F-7B1C2D1DAAD2}" dt="2024-09-10T09:28:44.671" v="1933" actId="47"/>
          <pc:sldLayoutMkLst>
            <pc:docMk/>
            <pc:sldMasterMk cId="0" sldId="2147483662"/>
            <pc:sldLayoutMk cId="0" sldId="2147483659"/>
          </pc:sldLayoutMkLst>
        </pc:sldLayoutChg>
      </pc:sldMasterChg>
      <pc:sldMasterChg chg="del delSldLayout">
        <pc:chgData name="Tan Yi Fei" userId="4042c1cf46da7474" providerId="LiveId" clId="{A3D0CF1F-3939-445D-BE5F-7B1C2D1DAAD2}" dt="2024-09-10T09:28:44.644" v="1932" actId="47"/>
        <pc:sldMasterMkLst>
          <pc:docMk/>
          <pc:sldMasterMk cId="0" sldId="2147483663"/>
        </pc:sldMasterMkLst>
        <pc:sldLayoutChg chg="del">
          <pc:chgData name="Tan Yi Fei" userId="4042c1cf46da7474" providerId="LiveId" clId="{A3D0CF1F-3939-445D-BE5F-7B1C2D1DAAD2}" dt="2024-09-10T09:28:44.644" v="1932" actId="47"/>
          <pc:sldLayoutMkLst>
            <pc:docMk/>
            <pc:sldMasterMk cId="0" sldId="2147483663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e4a5a2fcff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e4a5a2fcff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582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e4b6bc674c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e4b6bc674c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e4b6bc674c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e4b6bc674c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ge4b6bc674c_0_1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3" name="Google Shape;2783;ge4b6bc674c_0_1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897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ge4b6bc674c_0_1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3" name="Google Shape;2783;ge4b6bc674c_0_1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439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e4b6bc674c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e4b6bc674c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ge4b6bc674c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5" name="Google Shape;3055;ge4b6bc674c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23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72100" y="1176600"/>
            <a:ext cx="3914700" cy="23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72100" y="3484800"/>
            <a:ext cx="39147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yright-free-video-for-youtube--dusk---colorful-gradient-background">
            <a:hlinkClick r:id="" action="ppaction://media"/>
            <a:extLst>
              <a:ext uri="{FF2B5EF4-FFF2-40B4-BE49-F238E27FC236}">
                <a16:creationId xmlns:a16="http://schemas.microsoft.com/office/drawing/2014/main" id="{8A54E9DA-264A-1589-2B54-530AD6D1A1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39735"/>
          </a:xfrm>
          <a:prstGeom prst="rect">
            <a:avLst/>
          </a:prstGeom>
        </p:spPr>
      </p:pic>
      <p:pic>
        <p:nvPicPr>
          <p:cNvPr id="11" name="Picture 10" descr="A white shopping cart with a blue screen&#10;&#10;Description automatically generated">
            <a:extLst>
              <a:ext uri="{FF2B5EF4-FFF2-40B4-BE49-F238E27FC236}">
                <a16:creationId xmlns:a16="http://schemas.microsoft.com/office/drawing/2014/main" id="{B999C92D-3CAB-28D6-5A84-C113680668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69"/>
          <a:stretch/>
        </p:blipFill>
        <p:spPr>
          <a:xfrm>
            <a:off x="605313" y="1124191"/>
            <a:ext cx="2831307" cy="289135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2" name="Google Shape;62;p17">
            <a:extLst>
              <a:ext uri="{FF2B5EF4-FFF2-40B4-BE49-F238E27FC236}">
                <a16:creationId xmlns:a16="http://schemas.microsoft.com/office/drawing/2014/main" id="{E3786CBE-3E4C-2BD3-6089-8A90A9E707C0}"/>
              </a:ext>
            </a:extLst>
          </p:cNvPr>
          <p:cNvSpPr txBox="1">
            <a:spLocks/>
          </p:cNvSpPr>
          <p:nvPr/>
        </p:nvSpPr>
        <p:spPr>
          <a:xfrm>
            <a:off x="4332960" y="2019516"/>
            <a:ext cx="3914700" cy="120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 Extra Condensed"/>
              <a:buNone/>
              <a:defRPr sz="36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SMART CITIES: SMART SHOPPING</a:t>
            </a:r>
          </a:p>
        </p:txBody>
      </p:sp>
    </p:spTree>
    <p:extLst>
      <p:ext uri="{BB962C8B-B14F-4D97-AF65-F5344CB8AC3E}">
        <p14:creationId xmlns:p14="http://schemas.microsoft.com/office/powerpoint/2010/main" val="2424978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ctrTitle"/>
          </p:nvPr>
        </p:nvSpPr>
        <p:spPr>
          <a:xfrm>
            <a:off x="4761205" y="1051559"/>
            <a:ext cx="3914700" cy="12073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SMART CITIES: SMART SHOPPING</a:t>
            </a:r>
            <a:endParaRPr sz="3600"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Fira Sans" panose="020B0503050000020004" pitchFamily="34" charset="0"/>
            </a:endParaRPr>
          </a:p>
        </p:txBody>
      </p:sp>
      <p:sp>
        <p:nvSpPr>
          <p:cNvPr id="63" name="Google Shape;63;p17"/>
          <p:cNvSpPr txBox="1">
            <a:spLocks noGrp="1"/>
          </p:cNvSpPr>
          <p:nvPr>
            <p:ph type="subTitle" idx="1"/>
          </p:nvPr>
        </p:nvSpPr>
        <p:spPr>
          <a:xfrm>
            <a:off x="5001237" y="2672704"/>
            <a:ext cx="3837526" cy="38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Rockwell" panose="02060603020205020403" pitchFamily="18" charset="0"/>
              </a:rPr>
              <a:t>TEAM MEMBERS</a:t>
            </a:r>
            <a:endParaRPr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Rockwell" panose="02060603020205020403" pitchFamily="18" charset="0"/>
            </a:endParaRPr>
          </a:p>
        </p:txBody>
      </p:sp>
      <p:grpSp>
        <p:nvGrpSpPr>
          <p:cNvPr id="64" name="Google Shape;64;p17"/>
          <p:cNvGrpSpPr/>
          <p:nvPr/>
        </p:nvGrpSpPr>
        <p:grpSpPr>
          <a:xfrm>
            <a:off x="255286" y="542492"/>
            <a:ext cx="4379881" cy="4235912"/>
            <a:chOff x="304800" y="1245775"/>
            <a:chExt cx="3603061" cy="3484627"/>
          </a:xfrm>
        </p:grpSpPr>
        <p:sp>
          <p:nvSpPr>
            <p:cNvPr id="65" name="Google Shape;65;p17"/>
            <p:cNvSpPr/>
            <p:nvPr/>
          </p:nvSpPr>
          <p:spPr>
            <a:xfrm>
              <a:off x="2856196" y="2873496"/>
              <a:ext cx="291584" cy="384461"/>
            </a:xfrm>
            <a:custGeom>
              <a:avLst/>
              <a:gdLst/>
              <a:ahLst/>
              <a:cxnLst/>
              <a:rect l="l" t="t" r="r" b="b"/>
              <a:pathLst>
                <a:path w="1645" h="2169" extrusionOk="0">
                  <a:moveTo>
                    <a:pt x="963" y="2168"/>
                  </a:moveTo>
                  <a:cubicBezTo>
                    <a:pt x="963" y="2168"/>
                    <a:pt x="196" y="1964"/>
                    <a:pt x="96" y="1262"/>
                  </a:cubicBezTo>
                  <a:cubicBezTo>
                    <a:pt x="1" y="560"/>
                    <a:pt x="239" y="52"/>
                    <a:pt x="291" y="26"/>
                  </a:cubicBezTo>
                  <a:cubicBezTo>
                    <a:pt x="343" y="0"/>
                    <a:pt x="1644" y="1297"/>
                    <a:pt x="963" y="2168"/>
                  </a:cubicBezTo>
                  <a:close/>
                </a:path>
              </a:pathLst>
            </a:custGeom>
            <a:solidFill>
              <a:srgbClr val="72B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3197411" y="2806671"/>
              <a:ext cx="384466" cy="211462"/>
            </a:xfrm>
            <a:custGeom>
              <a:avLst/>
              <a:gdLst/>
              <a:ahLst/>
              <a:cxnLst/>
              <a:rect l="l" t="t" r="r" b="b"/>
              <a:pathLst>
                <a:path w="2169" h="1193" extrusionOk="0">
                  <a:moveTo>
                    <a:pt x="1" y="898"/>
                  </a:moveTo>
                  <a:cubicBezTo>
                    <a:pt x="1" y="898"/>
                    <a:pt x="313" y="165"/>
                    <a:pt x="1016" y="83"/>
                  </a:cubicBezTo>
                  <a:cubicBezTo>
                    <a:pt x="1722" y="0"/>
                    <a:pt x="2130" y="217"/>
                    <a:pt x="2156" y="269"/>
                  </a:cubicBezTo>
                  <a:cubicBezTo>
                    <a:pt x="2169" y="299"/>
                    <a:pt x="1852" y="794"/>
                    <a:pt x="1315" y="1023"/>
                  </a:cubicBezTo>
                  <a:cubicBezTo>
                    <a:pt x="924" y="1188"/>
                    <a:pt x="356" y="1192"/>
                    <a:pt x="1" y="89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7"/>
            <p:cNvSpPr/>
            <p:nvPr/>
          </p:nvSpPr>
          <p:spPr>
            <a:xfrm>
              <a:off x="2990732" y="2585281"/>
              <a:ext cx="302220" cy="373648"/>
            </a:xfrm>
            <a:custGeom>
              <a:avLst/>
              <a:gdLst/>
              <a:ahLst/>
              <a:cxnLst/>
              <a:rect l="l" t="t" r="r" b="b"/>
              <a:pathLst>
                <a:path w="1705" h="2108" extrusionOk="0">
                  <a:moveTo>
                    <a:pt x="1093" y="2108"/>
                  </a:moveTo>
                  <a:cubicBezTo>
                    <a:pt x="1093" y="2108"/>
                    <a:pt x="313" y="1969"/>
                    <a:pt x="157" y="1275"/>
                  </a:cubicBezTo>
                  <a:cubicBezTo>
                    <a:pt x="1" y="581"/>
                    <a:pt x="200" y="61"/>
                    <a:pt x="252" y="31"/>
                  </a:cubicBezTo>
                  <a:cubicBezTo>
                    <a:pt x="300" y="0"/>
                    <a:pt x="1705" y="1188"/>
                    <a:pt x="1093" y="2108"/>
                  </a:cubicBezTo>
                  <a:close/>
                </a:path>
              </a:pathLst>
            </a:custGeom>
            <a:solidFill>
              <a:srgbClr val="72B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7"/>
            <p:cNvSpPr/>
            <p:nvPr/>
          </p:nvSpPr>
          <p:spPr>
            <a:xfrm>
              <a:off x="3022993" y="3137072"/>
              <a:ext cx="395988" cy="195332"/>
            </a:xfrm>
            <a:custGeom>
              <a:avLst/>
              <a:gdLst/>
              <a:ahLst/>
              <a:cxnLst/>
              <a:rect l="l" t="t" r="r" b="b"/>
              <a:pathLst>
                <a:path w="2234" h="1102" extrusionOk="0">
                  <a:moveTo>
                    <a:pt x="1" y="677"/>
                  </a:moveTo>
                  <a:cubicBezTo>
                    <a:pt x="1" y="677"/>
                    <a:pt x="417" y="1"/>
                    <a:pt x="1128" y="22"/>
                  </a:cubicBezTo>
                  <a:cubicBezTo>
                    <a:pt x="1835" y="44"/>
                    <a:pt x="2208" y="326"/>
                    <a:pt x="2225" y="382"/>
                  </a:cubicBezTo>
                  <a:cubicBezTo>
                    <a:pt x="2234" y="412"/>
                    <a:pt x="1848" y="850"/>
                    <a:pt x="1280" y="998"/>
                  </a:cubicBezTo>
                  <a:cubicBezTo>
                    <a:pt x="868" y="1102"/>
                    <a:pt x="309" y="1019"/>
                    <a:pt x="1" y="6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3366511" y="2440110"/>
              <a:ext cx="384466" cy="211462"/>
            </a:xfrm>
            <a:custGeom>
              <a:avLst/>
              <a:gdLst/>
              <a:ahLst/>
              <a:cxnLst/>
              <a:rect l="l" t="t" r="r" b="b"/>
              <a:pathLst>
                <a:path w="2169" h="1193" extrusionOk="0">
                  <a:moveTo>
                    <a:pt x="1" y="898"/>
                  </a:moveTo>
                  <a:cubicBezTo>
                    <a:pt x="1" y="898"/>
                    <a:pt x="313" y="165"/>
                    <a:pt x="1015" y="82"/>
                  </a:cubicBezTo>
                  <a:cubicBezTo>
                    <a:pt x="1718" y="0"/>
                    <a:pt x="2130" y="217"/>
                    <a:pt x="2156" y="269"/>
                  </a:cubicBezTo>
                  <a:cubicBezTo>
                    <a:pt x="2169" y="299"/>
                    <a:pt x="1852" y="793"/>
                    <a:pt x="1310" y="1023"/>
                  </a:cubicBezTo>
                  <a:cubicBezTo>
                    <a:pt x="924" y="1184"/>
                    <a:pt x="356" y="1192"/>
                    <a:pt x="1" y="89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3160542" y="2218721"/>
              <a:ext cx="301511" cy="373648"/>
            </a:xfrm>
            <a:custGeom>
              <a:avLst/>
              <a:gdLst/>
              <a:ahLst/>
              <a:cxnLst/>
              <a:rect l="l" t="t" r="r" b="b"/>
              <a:pathLst>
                <a:path w="1701" h="2108" extrusionOk="0">
                  <a:moveTo>
                    <a:pt x="1089" y="2108"/>
                  </a:moveTo>
                  <a:cubicBezTo>
                    <a:pt x="1089" y="2108"/>
                    <a:pt x="309" y="1969"/>
                    <a:pt x="153" y="1275"/>
                  </a:cubicBezTo>
                  <a:cubicBezTo>
                    <a:pt x="1" y="586"/>
                    <a:pt x="196" y="57"/>
                    <a:pt x="248" y="31"/>
                  </a:cubicBezTo>
                  <a:cubicBezTo>
                    <a:pt x="296" y="0"/>
                    <a:pt x="1700" y="1188"/>
                    <a:pt x="1089" y="21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3507251" y="1951245"/>
              <a:ext cx="352206" cy="259143"/>
            </a:xfrm>
            <a:custGeom>
              <a:avLst/>
              <a:gdLst/>
              <a:ahLst/>
              <a:cxnLst/>
              <a:rect l="l" t="t" r="r" b="b"/>
              <a:pathLst>
                <a:path w="1987" h="1462" extrusionOk="0">
                  <a:moveTo>
                    <a:pt x="0" y="1254"/>
                  </a:moveTo>
                  <a:cubicBezTo>
                    <a:pt x="0" y="1254"/>
                    <a:pt x="143" y="469"/>
                    <a:pt x="811" y="235"/>
                  </a:cubicBezTo>
                  <a:cubicBezTo>
                    <a:pt x="1479" y="1"/>
                    <a:pt x="1930" y="126"/>
                    <a:pt x="1964" y="174"/>
                  </a:cubicBezTo>
                  <a:cubicBezTo>
                    <a:pt x="1986" y="200"/>
                    <a:pt x="1782" y="746"/>
                    <a:pt x="1305" y="1089"/>
                  </a:cubicBezTo>
                  <a:cubicBezTo>
                    <a:pt x="963" y="1332"/>
                    <a:pt x="412" y="1462"/>
                    <a:pt x="0" y="12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3245092" y="1835144"/>
              <a:ext cx="317641" cy="340679"/>
            </a:xfrm>
            <a:custGeom>
              <a:avLst/>
              <a:gdLst/>
              <a:ahLst/>
              <a:cxnLst/>
              <a:rect l="l" t="t" r="r" b="b"/>
              <a:pathLst>
                <a:path w="1792" h="1922" extrusionOk="0">
                  <a:moveTo>
                    <a:pt x="1397" y="1887"/>
                  </a:moveTo>
                  <a:cubicBezTo>
                    <a:pt x="1397" y="1887"/>
                    <a:pt x="603" y="1922"/>
                    <a:pt x="304" y="1280"/>
                  </a:cubicBezTo>
                  <a:cubicBezTo>
                    <a:pt x="1" y="634"/>
                    <a:pt x="83" y="79"/>
                    <a:pt x="122" y="40"/>
                  </a:cubicBezTo>
                  <a:cubicBezTo>
                    <a:pt x="166" y="1"/>
                    <a:pt x="1791" y="859"/>
                    <a:pt x="1397" y="18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3436527" y="1366485"/>
              <a:ext cx="239117" cy="444372"/>
            </a:xfrm>
            <a:custGeom>
              <a:avLst/>
              <a:gdLst/>
              <a:ahLst/>
              <a:cxnLst/>
              <a:rect l="l" t="t" r="r" b="b"/>
              <a:pathLst>
                <a:path w="1349" h="2507" extrusionOk="0">
                  <a:moveTo>
                    <a:pt x="737" y="2506"/>
                  </a:moveTo>
                  <a:cubicBezTo>
                    <a:pt x="737" y="2506"/>
                    <a:pt x="0" y="2012"/>
                    <a:pt x="156" y="1236"/>
                  </a:cubicBezTo>
                  <a:cubicBezTo>
                    <a:pt x="308" y="460"/>
                    <a:pt x="746" y="13"/>
                    <a:pt x="811" y="4"/>
                  </a:cubicBezTo>
                  <a:cubicBezTo>
                    <a:pt x="850" y="0"/>
                    <a:pt x="1288" y="620"/>
                    <a:pt x="1327" y="1301"/>
                  </a:cubicBezTo>
                  <a:cubicBezTo>
                    <a:pt x="1349" y="1747"/>
                    <a:pt x="1145" y="2246"/>
                    <a:pt x="737" y="25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2923908" y="1764419"/>
              <a:ext cx="657262" cy="1627887"/>
            </a:xfrm>
            <a:custGeom>
              <a:avLst/>
              <a:gdLst/>
              <a:ahLst/>
              <a:cxnLst/>
              <a:rect l="l" t="t" r="r" b="b"/>
              <a:pathLst>
                <a:path w="3708" h="9184" extrusionOk="0">
                  <a:moveTo>
                    <a:pt x="3595" y="1"/>
                  </a:moveTo>
                  <a:cubicBezTo>
                    <a:pt x="3205" y="4922"/>
                    <a:pt x="9" y="9102"/>
                    <a:pt x="0" y="9115"/>
                  </a:cubicBezTo>
                  <a:lnTo>
                    <a:pt x="91" y="9184"/>
                  </a:lnTo>
                  <a:cubicBezTo>
                    <a:pt x="100" y="9171"/>
                    <a:pt x="3313" y="4965"/>
                    <a:pt x="3707" y="14"/>
                  </a:cubicBezTo>
                  <a:lnTo>
                    <a:pt x="3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1376124" y="2851871"/>
              <a:ext cx="292116" cy="384461"/>
            </a:xfrm>
            <a:custGeom>
              <a:avLst/>
              <a:gdLst/>
              <a:ahLst/>
              <a:cxnLst/>
              <a:rect l="l" t="t" r="r" b="b"/>
              <a:pathLst>
                <a:path w="1648" h="2169" extrusionOk="0">
                  <a:moveTo>
                    <a:pt x="685" y="2169"/>
                  </a:moveTo>
                  <a:cubicBezTo>
                    <a:pt x="685" y="2169"/>
                    <a:pt x="1448" y="1965"/>
                    <a:pt x="1548" y="1263"/>
                  </a:cubicBezTo>
                  <a:cubicBezTo>
                    <a:pt x="1648" y="565"/>
                    <a:pt x="1409" y="53"/>
                    <a:pt x="1357" y="27"/>
                  </a:cubicBezTo>
                  <a:cubicBezTo>
                    <a:pt x="1305" y="1"/>
                    <a:pt x="0" y="1302"/>
                    <a:pt x="685" y="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942560" y="2785046"/>
              <a:ext cx="384466" cy="211639"/>
            </a:xfrm>
            <a:custGeom>
              <a:avLst/>
              <a:gdLst/>
              <a:ahLst/>
              <a:cxnLst/>
              <a:rect l="l" t="t" r="r" b="b"/>
              <a:pathLst>
                <a:path w="2169" h="1194" extrusionOk="0">
                  <a:moveTo>
                    <a:pt x="2169" y="903"/>
                  </a:moveTo>
                  <a:cubicBezTo>
                    <a:pt x="2169" y="903"/>
                    <a:pt x="1857" y="170"/>
                    <a:pt x="1154" y="83"/>
                  </a:cubicBezTo>
                  <a:cubicBezTo>
                    <a:pt x="448" y="1"/>
                    <a:pt x="40" y="222"/>
                    <a:pt x="14" y="274"/>
                  </a:cubicBezTo>
                  <a:cubicBezTo>
                    <a:pt x="1" y="304"/>
                    <a:pt x="317" y="794"/>
                    <a:pt x="855" y="1024"/>
                  </a:cubicBezTo>
                  <a:cubicBezTo>
                    <a:pt x="1245" y="1189"/>
                    <a:pt x="1809" y="1193"/>
                    <a:pt x="2169" y="90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1231662" y="2563833"/>
              <a:ext cx="301333" cy="374357"/>
            </a:xfrm>
            <a:custGeom>
              <a:avLst/>
              <a:gdLst/>
              <a:ahLst/>
              <a:cxnLst/>
              <a:rect l="l" t="t" r="r" b="b"/>
              <a:pathLst>
                <a:path w="1700" h="2112" extrusionOk="0">
                  <a:moveTo>
                    <a:pt x="612" y="2112"/>
                  </a:moveTo>
                  <a:cubicBezTo>
                    <a:pt x="612" y="2112"/>
                    <a:pt x="1392" y="1969"/>
                    <a:pt x="1548" y="1279"/>
                  </a:cubicBezTo>
                  <a:cubicBezTo>
                    <a:pt x="1700" y="585"/>
                    <a:pt x="1505" y="61"/>
                    <a:pt x="1453" y="30"/>
                  </a:cubicBezTo>
                  <a:cubicBezTo>
                    <a:pt x="1405" y="0"/>
                    <a:pt x="0" y="1192"/>
                    <a:pt x="612" y="2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1105634" y="3115624"/>
              <a:ext cx="395988" cy="195332"/>
            </a:xfrm>
            <a:custGeom>
              <a:avLst/>
              <a:gdLst/>
              <a:ahLst/>
              <a:cxnLst/>
              <a:rect l="l" t="t" r="r" b="b"/>
              <a:pathLst>
                <a:path w="2234" h="1102" extrusionOk="0">
                  <a:moveTo>
                    <a:pt x="2233" y="681"/>
                  </a:moveTo>
                  <a:cubicBezTo>
                    <a:pt x="2233" y="681"/>
                    <a:pt x="1812" y="0"/>
                    <a:pt x="1106" y="22"/>
                  </a:cubicBezTo>
                  <a:cubicBezTo>
                    <a:pt x="399" y="48"/>
                    <a:pt x="26" y="325"/>
                    <a:pt x="9" y="382"/>
                  </a:cubicBezTo>
                  <a:cubicBezTo>
                    <a:pt x="0" y="416"/>
                    <a:pt x="386" y="854"/>
                    <a:pt x="954" y="997"/>
                  </a:cubicBezTo>
                  <a:cubicBezTo>
                    <a:pt x="1366" y="1101"/>
                    <a:pt x="1925" y="1023"/>
                    <a:pt x="2233" y="6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773637" y="2418485"/>
              <a:ext cx="384289" cy="211462"/>
            </a:xfrm>
            <a:custGeom>
              <a:avLst/>
              <a:gdLst/>
              <a:ahLst/>
              <a:cxnLst/>
              <a:rect l="l" t="t" r="r" b="b"/>
              <a:pathLst>
                <a:path w="2168" h="1193" extrusionOk="0">
                  <a:moveTo>
                    <a:pt x="2168" y="902"/>
                  </a:moveTo>
                  <a:cubicBezTo>
                    <a:pt x="2168" y="902"/>
                    <a:pt x="1856" y="170"/>
                    <a:pt x="1153" y="83"/>
                  </a:cubicBezTo>
                  <a:cubicBezTo>
                    <a:pt x="447" y="1"/>
                    <a:pt x="39" y="222"/>
                    <a:pt x="13" y="274"/>
                  </a:cubicBezTo>
                  <a:cubicBezTo>
                    <a:pt x="0" y="304"/>
                    <a:pt x="317" y="798"/>
                    <a:pt x="854" y="1024"/>
                  </a:cubicBezTo>
                  <a:cubicBezTo>
                    <a:pt x="1244" y="1189"/>
                    <a:pt x="1812" y="1193"/>
                    <a:pt x="2168" y="9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1062562" y="2197096"/>
              <a:ext cx="301334" cy="374535"/>
            </a:xfrm>
            <a:custGeom>
              <a:avLst/>
              <a:gdLst/>
              <a:ahLst/>
              <a:cxnLst/>
              <a:rect l="l" t="t" r="r" b="b"/>
              <a:pathLst>
                <a:path w="1700" h="2113" extrusionOk="0">
                  <a:moveTo>
                    <a:pt x="612" y="2112"/>
                  </a:moveTo>
                  <a:cubicBezTo>
                    <a:pt x="612" y="2112"/>
                    <a:pt x="1392" y="1974"/>
                    <a:pt x="1548" y="1280"/>
                  </a:cubicBezTo>
                  <a:cubicBezTo>
                    <a:pt x="1700" y="586"/>
                    <a:pt x="1505" y="62"/>
                    <a:pt x="1453" y="31"/>
                  </a:cubicBezTo>
                  <a:cubicBezTo>
                    <a:pt x="1405" y="1"/>
                    <a:pt x="0" y="1193"/>
                    <a:pt x="612" y="2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665158" y="1930506"/>
              <a:ext cx="352206" cy="259143"/>
            </a:xfrm>
            <a:custGeom>
              <a:avLst/>
              <a:gdLst/>
              <a:ahLst/>
              <a:cxnLst/>
              <a:rect l="l" t="t" r="r" b="b"/>
              <a:pathLst>
                <a:path w="1987" h="1462" extrusionOk="0">
                  <a:moveTo>
                    <a:pt x="1987" y="1249"/>
                  </a:moveTo>
                  <a:cubicBezTo>
                    <a:pt x="1987" y="1249"/>
                    <a:pt x="1843" y="469"/>
                    <a:pt x="1176" y="235"/>
                  </a:cubicBezTo>
                  <a:cubicBezTo>
                    <a:pt x="508" y="0"/>
                    <a:pt x="57" y="126"/>
                    <a:pt x="22" y="170"/>
                  </a:cubicBezTo>
                  <a:cubicBezTo>
                    <a:pt x="1" y="196"/>
                    <a:pt x="205" y="746"/>
                    <a:pt x="681" y="1089"/>
                  </a:cubicBezTo>
                  <a:cubicBezTo>
                    <a:pt x="1024" y="1332"/>
                    <a:pt x="1575" y="1462"/>
                    <a:pt x="1987" y="12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961881" y="1813696"/>
              <a:ext cx="317464" cy="340679"/>
            </a:xfrm>
            <a:custGeom>
              <a:avLst/>
              <a:gdLst/>
              <a:ahLst/>
              <a:cxnLst/>
              <a:rect l="l" t="t" r="r" b="b"/>
              <a:pathLst>
                <a:path w="1791" h="1922" extrusionOk="0">
                  <a:moveTo>
                    <a:pt x="395" y="1886"/>
                  </a:moveTo>
                  <a:cubicBezTo>
                    <a:pt x="395" y="1886"/>
                    <a:pt x="1188" y="1921"/>
                    <a:pt x="1488" y="1279"/>
                  </a:cubicBezTo>
                  <a:cubicBezTo>
                    <a:pt x="1791" y="638"/>
                    <a:pt x="1709" y="83"/>
                    <a:pt x="1670" y="44"/>
                  </a:cubicBezTo>
                  <a:cubicBezTo>
                    <a:pt x="1626" y="0"/>
                    <a:pt x="0" y="859"/>
                    <a:pt x="395" y="18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848793" y="1345569"/>
              <a:ext cx="239294" cy="444549"/>
            </a:xfrm>
            <a:custGeom>
              <a:avLst/>
              <a:gdLst/>
              <a:ahLst/>
              <a:cxnLst/>
              <a:rect l="l" t="t" r="r" b="b"/>
              <a:pathLst>
                <a:path w="1350" h="2508" extrusionOk="0">
                  <a:moveTo>
                    <a:pt x="612" y="2507"/>
                  </a:moveTo>
                  <a:cubicBezTo>
                    <a:pt x="612" y="2507"/>
                    <a:pt x="1349" y="2013"/>
                    <a:pt x="1193" y="1237"/>
                  </a:cubicBezTo>
                  <a:cubicBezTo>
                    <a:pt x="1042" y="461"/>
                    <a:pt x="604" y="10"/>
                    <a:pt x="539" y="1"/>
                  </a:cubicBezTo>
                  <a:cubicBezTo>
                    <a:pt x="500" y="1"/>
                    <a:pt x="62" y="621"/>
                    <a:pt x="23" y="1302"/>
                  </a:cubicBezTo>
                  <a:cubicBezTo>
                    <a:pt x="1" y="1744"/>
                    <a:pt x="200" y="2243"/>
                    <a:pt x="612" y="25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943447" y="1743681"/>
              <a:ext cx="657262" cy="1627178"/>
            </a:xfrm>
            <a:custGeom>
              <a:avLst/>
              <a:gdLst/>
              <a:ahLst/>
              <a:cxnLst/>
              <a:rect l="l" t="t" r="r" b="b"/>
              <a:pathLst>
                <a:path w="3708" h="9180" extrusionOk="0">
                  <a:moveTo>
                    <a:pt x="113" y="1"/>
                  </a:moveTo>
                  <a:lnTo>
                    <a:pt x="0" y="10"/>
                  </a:lnTo>
                  <a:cubicBezTo>
                    <a:pt x="391" y="4961"/>
                    <a:pt x="3603" y="9167"/>
                    <a:pt x="3616" y="9180"/>
                  </a:cubicBezTo>
                  <a:lnTo>
                    <a:pt x="3707" y="9110"/>
                  </a:lnTo>
                  <a:cubicBezTo>
                    <a:pt x="3699" y="9097"/>
                    <a:pt x="503" y="4918"/>
                    <a:pt x="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3069965" y="3403839"/>
              <a:ext cx="768578" cy="913914"/>
            </a:xfrm>
            <a:custGeom>
              <a:avLst/>
              <a:gdLst/>
              <a:ahLst/>
              <a:cxnLst/>
              <a:rect l="l" t="t" r="r" b="b"/>
              <a:pathLst>
                <a:path w="4336" h="5156" extrusionOk="0">
                  <a:moveTo>
                    <a:pt x="581" y="4774"/>
                  </a:moveTo>
                  <a:cubicBezTo>
                    <a:pt x="581" y="4774"/>
                    <a:pt x="0" y="3776"/>
                    <a:pt x="482" y="2502"/>
                  </a:cubicBezTo>
                  <a:cubicBezTo>
                    <a:pt x="1427" y="0"/>
                    <a:pt x="4336" y="989"/>
                    <a:pt x="2753" y="3776"/>
                  </a:cubicBezTo>
                  <a:cubicBezTo>
                    <a:pt x="1969" y="5155"/>
                    <a:pt x="642" y="4748"/>
                    <a:pt x="581" y="47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3182876" y="3684963"/>
              <a:ext cx="389075" cy="472910"/>
            </a:xfrm>
            <a:custGeom>
              <a:avLst/>
              <a:gdLst/>
              <a:ahLst/>
              <a:cxnLst/>
              <a:rect l="l" t="t" r="r" b="b"/>
              <a:pathLst>
                <a:path w="2195" h="2668" extrusionOk="0">
                  <a:moveTo>
                    <a:pt x="239" y="2667"/>
                  </a:moveTo>
                  <a:cubicBezTo>
                    <a:pt x="239" y="2667"/>
                    <a:pt x="287" y="2542"/>
                    <a:pt x="404" y="2294"/>
                  </a:cubicBezTo>
                  <a:cubicBezTo>
                    <a:pt x="386" y="2299"/>
                    <a:pt x="334" y="2286"/>
                    <a:pt x="226" y="2130"/>
                  </a:cubicBezTo>
                  <a:cubicBezTo>
                    <a:pt x="105" y="1948"/>
                    <a:pt x="1" y="1592"/>
                    <a:pt x="1" y="1592"/>
                  </a:cubicBezTo>
                  <a:lnTo>
                    <a:pt x="404" y="2290"/>
                  </a:lnTo>
                  <a:cubicBezTo>
                    <a:pt x="469" y="2160"/>
                    <a:pt x="547" y="1995"/>
                    <a:pt x="655" y="1796"/>
                  </a:cubicBezTo>
                  <a:cubicBezTo>
                    <a:pt x="621" y="1774"/>
                    <a:pt x="573" y="1692"/>
                    <a:pt x="521" y="1488"/>
                  </a:cubicBezTo>
                  <a:cubicBezTo>
                    <a:pt x="438" y="1176"/>
                    <a:pt x="473" y="617"/>
                    <a:pt x="473" y="617"/>
                  </a:cubicBezTo>
                  <a:lnTo>
                    <a:pt x="681" y="1753"/>
                  </a:lnTo>
                  <a:cubicBezTo>
                    <a:pt x="759" y="1609"/>
                    <a:pt x="850" y="1445"/>
                    <a:pt x="954" y="1263"/>
                  </a:cubicBezTo>
                  <a:cubicBezTo>
                    <a:pt x="976" y="1228"/>
                    <a:pt x="998" y="1189"/>
                    <a:pt x="1019" y="1154"/>
                  </a:cubicBezTo>
                  <a:cubicBezTo>
                    <a:pt x="989" y="1111"/>
                    <a:pt x="954" y="1028"/>
                    <a:pt x="911" y="872"/>
                  </a:cubicBezTo>
                  <a:cubicBezTo>
                    <a:pt x="829" y="560"/>
                    <a:pt x="868" y="1"/>
                    <a:pt x="868" y="1"/>
                  </a:cubicBezTo>
                  <a:lnTo>
                    <a:pt x="1063" y="1085"/>
                  </a:lnTo>
                  <a:cubicBezTo>
                    <a:pt x="1553" y="287"/>
                    <a:pt x="1848" y="70"/>
                    <a:pt x="1848" y="70"/>
                  </a:cubicBezTo>
                  <a:cubicBezTo>
                    <a:pt x="1848" y="70"/>
                    <a:pt x="1531" y="526"/>
                    <a:pt x="1102" y="1215"/>
                  </a:cubicBezTo>
                  <a:lnTo>
                    <a:pt x="2194" y="877"/>
                  </a:lnTo>
                  <a:cubicBezTo>
                    <a:pt x="2194" y="877"/>
                    <a:pt x="1713" y="1167"/>
                    <a:pt x="1401" y="1237"/>
                  </a:cubicBezTo>
                  <a:cubicBezTo>
                    <a:pt x="1206" y="1280"/>
                    <a:pt x="1111" y="1276"/>
                    <a:pt x="1072" y="1263"/>
                  </a:cubicBezTo>
                  <a:cubicBezTo>
                    <a:pt x="967" y="1427"/>
                    <a:pt x="855" y="1609"/>
                    <a:pt x="742" y="1796"/>
                  </a:cubicBezTo>
                  <a:lnTo>
                    <a:pt x="1874" y="1605"/>
                  </a:lnTo>
                  <a:cubicBezTo>
                    <a:pt x="1874" y="1605"/>
                    <a:pt x="1358" y="1831"/>
                    <a:pt x="1037" y="1861"/>
                  </a:cubicBezTo>
                  <a:cubicBezTo>
                    <a:pt x="850" y="1878"/>
                    <a:pt x="759" y="1861"/>
                    <a:pt x="716" y="1844"/>
                  </a:cubicBezTo>
                  <a:cubicBezTo>
                    <a:pt x="629" y="1987"/>
                    <a:pt x="543" y="2138"/>
                    <a:pt x="452" y="2290"/>
                  </a:cubicBezTo>
                  <a:lnTo>
                    <a:pt x="1245" y="2446"/>
                  </a:lnTo>
                  <a:cubicBezTo>
                    <a:pt x="1245" y="2446"/>
                    <a:pt x="868" y="2464"/>
                    <a:pt x="660" y="2407"/>
                  </a:cubicBezTo>
                  <a:cubicBezTo>
                    <a:pt x="495" y="2360"/>
                    <a:pt x="452" y="2320"/>
                    <a:pt x="447" y="2299"/>
                  </a:cubicBezTo>
                  <a:cubicBezTo>
                    <a:pt x="378" y="2420"/>
                    <a:pt x="308" y="2542"/>
                    <a:pt x="239" y="2667"/>
                  </a:cubicBezTo>
                  <a:close/>
                </a:path>
              </a:pathLst>
            </a:custGeom>
            <a:solidFill>
              <a:srgbClr val="006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304800" y="3064752"/>
              <a:ext cx="835580" cy="915509"/>
            </a:xfrm>
            <a:custGeom>
              <a:avLst/>
              <a:gdLst/>
              <a:ahLst/>
              <a:cxnLst/>
              <a:rect l="l" t="t" r="r" b="b"/>
              <a:pathLst>
                <a:path w="4714" h="5165" extrusionOk="0">
                  <a:moveTo>
                    <a:pt x="3677" y="5165"/>
                  </a:moveTo>
                  <a:cubicBezTo>
                    <a:pt x="3677" y="5165"/>
                    <a:pt x="2519" y="5152"/>
                    <a:pt x="1670" y="4090"/>
                  </a:cubicBezTo>
                  <a:cubicBezTo>
                    <a:pt x="0" y="2000"/>
                    <a:pt x="2337" y="1"/>
                    <a:pt x="3928" y="2789"/>
                  </a:cubicBezTo>
                  <a:cubicBezTo>
                    <a:pt x="4713" y="4163"/>
                    <a:pt x="3681" y="5095"/>
                    <a:pt x="3677" y="51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554551" y="3407561"/>
              <a:ext cx="406800" cy="479823"/>
            </a:xfrm>
            <a:custGeom>
              <a:avLst/>
              <a:gdLst/>
              <a:ahLst/>
              <a:cxnLst/>
              <a:rect l="l" t="t" r="r" b="b"/>
              <a:pathLst>
                <a:path w="2295" h="2707" extrusionOk="0">
                  <a:moveTo>
                    <a:pt x="1969" y="2706"/>
                  </a:moveTo>
                  <a:cubicBezTo>
                    <a:pt x="1969" y="2706"/>
                    <a:pt x="1886" y="2606"/>
                    <a:pt x="1735" y="2377"/>
                  </a:cubicBezTo>
                  <a:cubicBezTo>
                    <a:pt x="1730" y="2394"/>
                    <a:pt x="1691" y="2433"/>
                    <a:pt x="1501" y="2446"/>
                  </a:cubicBezTo>
                  <a:cubicBezTo>
                    <a:pt x="1284" y="2459"/>
                    <a:pt x="924" y="2364"/>
                    <a:pt x="924" y="2364"/>
                  </a:cubicBezTo>
                  <a:lnTo>
                    <a:pt x="1730" y="2372"/>
                  </a:lnTo>
                  <a:cubicBezTo>
                    <a:pt x="1652" y="2255"/>
                    <a:pt x="1553" y="2104"/>
                    <a:pt x="1436" y="1908"/>
                  </a:cubicBezTo>
                  <a:cubicBezTo>
                    <a:pt x="1397" y="1921"/>
                    <a:pt x="1301" y="1926"/>
                    <a:pt x="1097" y="1865"/>
                  </a:cubicBezTo>
                  <a:cubicBezTo>
                    <a:pt x="790" y="1778"/>
                    <a:pt x="330" y="1462"/>
                    <a:pt x="330" y="1462"/>
                  </a:cubicBezTo>
                  <a:lnTo>
                    <a:pt x="1410" y="1865"/>
                  </a:lnTo>
                  <a:cubicBezTo>
                    <a:pt x="1323" y="1722"/>
                    <a:pt x="1232" y="1562"/>
                    <a:pt x="1128" y="1379"/>
                  </a:cubicBezTo>
                  <a:cubicBezTo>
                    <a:pt x="1110" y="1340"/>
                    <a:pt x="1089" y="1301"/>
                    <a:pt x="1067" y="1262"/>
                  </a:cubicBezTo>
                  <a:cubicBezTo>
                    <a:pt x="1015" y="1267"/>
                    <a:pt x="924" y="1258"/>
                    <a:pt x="772" y="1215"/>
                  </a:cubicBezTo>
                  <a:cubicBezTo>
                    <a:pt x="460" y="1124"/>
                    <a:pt x="0" y="807"/>
                    <a:pt x="0" y="807"/>
                  </a:cubicBezTo>
                  <a:lnTo>
                    <a:pt x="1028" y="1193"/>
                  </a:lnTo>
                  <a:cubicBezTo>
                    <a:pt x="594" y="365"/>
                    <a:pt x="560" y="1"/>
                    <a:pt x="560" y="1"/>
                  </a:cubicBezTo>
                  <a:cubicBezTo>
                    <a:pt x="560" y="1"/>
                    <a:pt x="790" y="508"/>
                    <a:pt x="1158" y="1228"/>
                  </a:cubicBezTo>
                  <a:lnTo>
                    <a:pt x="1431" y="113"/>
                  </a:lnTo>
                  <a:cubicBezTo>
                    <a:pt x="1431" y="113"/>
                    <a:pt x="1431" y="673"/>
                    <a:pt x="1331" y="981"/>
                  </a:cubicBezTo>
                  <a:cubicBezTo>
                    <a:pt x="1271" y="1171"/>
                    <a:pt x="1219" y="1249"/>
                    <a:pt x="1184" y="1280"/>
                  </a:cubicBezTo>
                  <a:cubicBezTo>
                    <a:pt x="1275" y="1453"/>
                    <a:pt x="1375" y="1640"/>
                    <a:pt x="1479" y="1830"/>
                  </a:cubicBezTo>
                  <a:lnTo>
                    <a:pt x="1891" y="764"/>
                  </a:lnTo>
                  <a:cubicBezTo>
                    <a:pt x="1891" y="764"/>
                    <a:pt x="1821" y="1319"/>
                    <a:pt x="1683" y="1609"/>
                  </a:cubicBezTo>
                  <a:cubicBezTo>
                    <a:pt x="1605" y="1778"/>
                    <a:pt x="1544" y="1852"/>
                    <a:pt x="1505" y="1882"/>
                  </a:cubicBezTo>
                  <a:cubicBezTo>
                    <a:pt x="1583" y="2030"/>
                    <a:pt x="1670" y="2182"/>
                    <a:pt x="1756" y="2333"/>
                  </a:cubicBezTo>
                  <a:lnTo>
                    <a:pt x="2294" y="1735"/>
                  </a:lnTo>
                  <a:cubicBezTo>
                    <a:pt x="2294" y="1735"/>
                    <a:pt x="2116" y="2064"/>
                    <a:pt x="1960" y="2216"/>
                  </a:cubicBezTo>
                  <a:cubicBezTo>
                    <a:pt x="1839" y="2333"/>
                    <a:pt x="1782" y="2346"/>
                    <a:pt x="1761" y="2342"/>
                  </a:cubicBezTo>
                  <a:cubicBezTo>
                    <a:pt x="1830" y="2463"/>
                    <a:pt x="1899" y="2585"/>
                    <a:pt x="1969" y="2706"/>
                  </a:cubicBezTo>
                  <a:close/>
                </a:path>
              </a:pathLst>
            </a:custGeom>
            <a:solidFill>
              <a:srgbClr val="006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580607" y="4206798"/>
              <a:ext cx="3327254" cy="523604"/>
            </a:xfrm>
            <a:custGeom>
              <a:avLst/>
              <a:gdLst/>
              <a:ahLst/>
              <a:cxnLst/>
              <a:rect l="l" t="t" r="r" b="b"/>
              <a:pathLst>
                <a:path w="18771" h="2954" extrusionOk="0">
                  <a:moveTo>
                    <a:pt x="9383" y="1"/>
                  </a:moveTo>
                  <a:cubicBezTo>
                    <a:pt x="4202" y="1"/>
                    <a:pt x="1" y="660"/>
                    <a:pt x="1" y="1475"/>
                  </a:cubicBezTo>
                  <a:cubicBezTo>
                    <a:pt x="1" y="2290"/>
                    <a:pt x="4202" y="2953"/>
                    <a:pt x="9383" y="2953"/>
                  </a:cubicBezTo>
                  <a:cubicBezTo>
                    <a:pt x="14569" y="2953"/>
                    <a:pt x="18770" y="2290"/>
                    <a:pt x="18770" y="1475"/>
                  </a:cubicBezTo>
                  <a:cubicBezTo>
                    <a:pt x="18770" y="660"/>
                    <a:pt x="14569" y="1"/>
                    <a:pt x="9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517573" y="1245775"/>
              <a:ext cx="1740112" cy="2987414"/>
            </a:xfrm>
            <a:custGeom>
              <a:avLst/>
              <a:gdLst/>
              <a:ahLst/>
              <a:cxnLst/>
              <a:rect l="l" t="t" r="r" b="b"/>
              <a:pathLst>
                <a:path w="9817" h="16854" extrusionOk="0">
                  <a:moveTo>
                    <a:pt x="724" y="0"/>
                  </a:moveTo>
                  <a:cubicBezTo>
                    <a:pt x="325" y="0"/>
                    <a:pt x="0" y="343"/>
                    <a:pt x="0" y="763"/>
                  </a:cubicBezTo>
                  <a:lnTo>
                    <a:pt x="0" y="16090"/>
                  </a:lnTo>
                  <a:cubicBezTo>
                    <a:pt x="0" y="16511"/>
                    <a:pt x="325" y="16853"/>
                    <a:pt x="724" y="16853"/>
                  </a:cubicBezTo>
                  <a:lnTo>
                    <a:pt x="9088" y="16853"/>
                  </a:lnTo>
                  <a:cubicBezTo>
                    <a:pt x="9491" y="16853"/>
                    <a:pt x="9816" y="16511"/>
                    <a:pt x="9816" y="16090"/>
                  </a:cubicBezTo>
                  <a:lnTo>
                    <a:pt x="9816" y="763"/>
                  </a:lnTo>
                  <a:cubicBezTo>
                    <a:pt x="9816" y="343"/>
                    <a:pt x="9491" y="0"/>
                    <a:pt x="90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1648209" y="1577062"/>
              <a:ext cx="1478838" cy="2347887"/>
            </a:xfrm>
            <a:custGeom>
              <a:avLst/>
              <a:gdLst/>
              <a:ahLst/>
              <a:cxnLst/>
              <a:rect l="l" t="t" r="r" b="b"/>
              <a:pathLst>
                <a:path w="8343" h="13246" extrusionOk="0">
                  <a:moveTo>
                    <a:pt x="0" y="0"/>
                  </a:moveTo>
                  <a:lnTo>
                    <a:pt x="0" y="13246"/>
                  </a:lnTo>
                  <a:lnTo>
                    <a:pt x="8342" y="13246"/>
                  </a:lnTo>
                  <a:lnTo>
                    <a:pt x="8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2132999" y="1367194"/>
              <a:ext cx="508190" cy="106174"/>
            </a:xfrm>
            <a:custGeom>
              <a:avLst/>
              <a:gdLst/>
              <a:ahLst/>
              <a:cxnLst/>
              <a:rect l="l" t="t" r="r" b="b"/>
              <a:pathLst>
                <a:path w="2867" h="599" extrusionOk="0">
                  <a:moveTo>
                    <a:pt x="300" y="0"/>
                  </a:moveTo>
                  <a:cubicBezTo>
                    <a:pt x="135" y="0"/>
                    <a:pt x="1" y="135"/>
                    <a:pt x="1" y="300"/>
                  </a:cubicBezTo>
                  <a:cubicBezTo>
                    <a:pt x="1" y="464"/>
                    <a:pt x="135" y="599"/>
                    <a:pt x="300" y="599"/>
                  </a:cubicBezTo>
                  <a:lnTo>
                    <a:pt x="2568" y="599"/>
                  </a:lnTo>
                  <a:cubicBezTo>
                    <a:pt x="2732" y="599"/>
                    <a:pt x="2867" y="464"/>
                    <a:pt x="2867" y="300"/>
                  </a:cubicBezTo>
                  <a:cubicBezTo>
                    <a:pt x="2867" y="135"/>
                    <a:pt x="2732" y="0"/>
                    <a:pt x="2568" y="0"/>
                  </a:cubicBezTo>
                  <a:close/>
                </a:path>
              </a:pathLst>
            </a:custGeom>
            <a:solidFill>
              <a:srgbClr val="E1DC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2294478" y="3980090"/>
              <a:ext cx="186118" cy="186292"/>
            </a:xfrm>
            <a:custGeom>
              <a:avLst/>
              <a:gdLst/>
              <a:ahLst/>
              <a:cxnLst/>
              <a:rect l="l" t="t" r="r" b="b"/>
              <a:pathLst>
                <a:path w="1050" h="1051" extrusionOk="0">
                  <a:moveTo>
                    <a:pt x="525" y="1"/>
                  </a:moveTo>
                  <a:cubicBezTo>
                    <a:pt x="235" y="1"/>
                    <a:pt x="0" y="235"/>
                    <a:pt x="0" y="525"/>
                  </a:cubicBezTo>
                  <a:cubicBezTo>
                    <a:pt x="0" y="816"/>
                    <a:pt x="235" y="1050"/>
                    <a:pt x="525" y="1050"/>
                  </a:cubicBezTo>
                  <a:cubicBezTo>
                    <a:pt x="816" y="1050"/>
                    <a:pt x="1050" y="816"/>
                    <a:pt x="1050" y="525"/>
                  </a:cubicBezTo>
                  <a:cubicBezTo>
                    <a:pt x="1050" y="235"/>
                    <a:pt x="816" y="1"/>
                    <a:pt x="525" y="1"/>
                  </a:cubicBezTo>
                  <a:close/>
                </a:path>
              </a:pathLst>
            </a:custGeom>
            <a:solidFill>
              <a:srgbClr val="8F94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2304404" y="3990194"/>
              <a:ext cx="166265" cy="166972"/>
            </a:xfrm>
            <a:custGeom>
              <a:avLst/>
              <a:gdLst/>
              <a:ahLst/>
              <a:cxnLst/>
              <a:rect l="l" t="t" r="r" b="b"/>
              <a:pathLst>
                <a:path w="938" h="942" extrusionOk="0">
                  <a:moveTo>
                    <a:pt x="469" y="0"/>
                  </a:moveTo>
                  <a:cubicBezTo>
                    <a:pt x="209" y="0"/>
                    <a:pt x="1" y="213"/>
                    <a:pt x="1" y="468"/>
                  </a:cubicBezTo>
                  <a:cubicBezTo>
                    <a:pt x="1" y="729"/>
                    <a:pt x="209" y="941"/>
                    <a:pt x="469" y="941"/>
                  </a:cubicBezTo>
                  <a:cubicBezTo>
                    <a:pt x="729" y="941"/>
                    <a:pt x="937" y="729"/>
                    <a:pt x="937" y="468"/>
                  </a:cubicBezTo>
                  <a:cubicBezTo>
                    <a:pt x="937" y="213"/>
                    <a:pt x="729" y="0"/>
                    <a:pt x="469" y="0"/>
                  </a:cubicBezTo>
                  <a:close/>
                </a:path>
              </a:pathLst>
            </a:custGeom>
            <a:solidFill>
              <a:srgbClr val="98A4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2171464" y="1383324"/>
              <a:ext cx="425944" cy="74801"/>
            </a:xfrm>
            <a:custGeom>
              <a:avLst/>
              <a:gdLst/>
              <a:ahLst/>
              <a:cxnLst/>
              <a:rect l="l" t="t" r="r" b="b"/>
              <a:pathLst>
                <a:path w="2403" h="422" extrusionOk="0">
                  <a:moveTo>
                    <a:pt x="252" y="0"/>
                  </a:moveTo>
                  <a:cubicBezTo>
                    <a:pt x="114" y="0"/>
                    <a:pt x="1" y="91"/>
                    <a:pt x="1" y="209"/>
                  </a:cubicBezTo>
                  <a:cubicBezTo>
                    <a:pt x="1" y="326"/>
                    <a:pt x="114" y="421"/>
                    <a:pt x="252" y="421"/>
                  </a:cubicBezTo>
                  <a:lnTo>
                    <a:pt x="2151" y="421"/>
                  </a:lnTo>
                  <a:cubicBezTo>
                    <a:pt x="2290" y="421"/>
                    <a:pt x="2403" y="326"/>
                    <a:pt x="2403" y="209"/>
                  </a:cubicBezTo>
                  <a:cubicBezTo>
                    <a:pt x="2403" y="91"/>
                    <a:pt x="2290" y="0"/>
                    <a:pt x="2151" y="0"/>
                  </a:cubicBezTo>
                  <a:close/>
                </a:path>
              </a:pathLst>
            </a:custGeom>
            <a:solidFill>
              <a:srgbClr val="1C24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337660" y="1607727"/>
              <a:ext cx="2123692" cy="284490"/>
            </a:xfrm>
            <a:custGeom>
              <a:avLst/>
              <a:gdLst/>
              <a:ahLst/>
              <a:cxnLst/>
              <a:rect l="l" t="t" r="r" b="b"/>
              <a:pathLst>
                <a:path w="11981" h="1605" extrusionOk="0">
                  <a:moveTo>
                    <a:pt x="2671" y="0"/>
                  </a:moveTo>
                  <a:lnTo>
                    <a:pt x="1" y="1605"/>
                  </a:lnTo>
                  <a:lnTo>
                    <a:pt x="11980" y="1605"/>
                  </a:lnTo>
                  <a:lnTo>
                    <a:pt x="9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1337660" y="1892042"/>
              <a:ext cx="302929" cy="270665"/>
            </a:xfrm>
            <a:custGeom>
              <a:avLst/>
              <a:gdLst/>
              <a:ahLst/>
              <a:cxnLst/>
              <a:rect l="l" t="t" r="r" b="b"/>
              <a:pathLst>
                <a:path w="1709" h="1527" extrusionOk="0">
                  <a:moveTo>
                    <a:pt x="1" y="1"/>
                  </a:moveTo>
                  <a:lnTo>
                    <a:pt x="1" y="673"/>
                  </a:lnTo>
                  <a:cubicBezTo>
                    <a:pt x="1" y="1145"/>
                    <a:pt x="382" y="1527"/>
                    <a:pt x="855" y="1527"/>
                  </a:cubicBezTo>
                  <a:cubicBezTo>
                    <a:pt x="1327" y="1527"/>
                    <a:pt x="1709" y="1145"/>
                    <a:pt x="1709" y="673"/>
                  </a:cubicBezTo>
                  <a:lnTo>
                    <a:pt x="1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1640410" y="1892042"/>
              <a:ext cx="303815" cy="270665"/>
            </a:xfrm>
            <a:custGeom>
              <a:avLst/>
              <a:gdLst/>
              <a:ahLst/>
              <a:cxnLst/>
              <a:rect l="l" t="t" r="r" b="b"/>
              <a:pathLst>
                <a:path w="1714" h="1527" extrusionOk="0">
                  <a:moveTo>
                    <a:pt x="1" y="1"/>
                  </a:moveTo>
                  <a:lnTo>
                    <a:pt x="1" y="673"/>
                  </a:lnTo>
                  <a:cubicBezTo>
                    <a:pt x="1" y="1145"/>
                    <a:pt x="387" y="1527"/>
                    <a:pt x="859" y="1527"/>
                  </a:cubicBezTo>
                  <a:cubicBezTo>
                    <a:pt x="1332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1944047" y="1892042"/>
              <a:ext cx="303638" cy="270665"/>
            </a:xfrm>
            <a:custGeom>
              <a:avLst/>
              <a:gdLst/>
              <a:ahLst/>
              <a:cxnLst/>
              <a:rect l="l" t="t" r="r" b="b"/>
              <a:pathLst>
                <a:path w="1713" h="1527" extrusionOk="0">
                  <a:moveTo>
                    <a:pt x="0" y="1"/>
                  </a:moveTo>
                  <a:lnTo>
                    <a:pt x="0" y="673"/>
                  </a:lnTo>
                  <a:cubicBezTo>
                    <a:pt x="0" y="1145"/>
                    <a:pt x="386" y="1527"/>
                    <a:pt x="859" y="1527"/>
                  </a:cubicBezTo>
                  <a:cubicBezTo>
                    <a:pt x="1331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2247683" y="1892042"/>
              <a:ext cx="303638" cy="270665"/>
            </a:xfrm>
            <a:custGeom>
              <a:avLst/>
              <a:gdLst/>
              <a:ahLst/>
              <a:cxnLst/>
              <a:rect l="l" t="t" r="r" b="b"/>
              <a:pathLst>
                <a:path w="1713" h="1527" extrusionOk="0">
                  <a:moveTo>
                    <a:pt x="0" y="1"/>
                  </a:moveTo>
                  <a:lnTo>
                    <a:pt x="0" y="673"/>
                  </a:lnTo>
                  <a:cubicBezTo>
                    <a:pt x="0" y="1145"/>
                    <a:pt x="382" y="1527"/>
                    <a:pt x="854" y="1527"/>
                  </a:cubicBezTo>
                  <a:cubicBezTo>
                    <a:pt x="1327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2551142" y="1892042"/>
              <a:ext cx="303815" cy="270665"/>
            </a:xfrm>
            <a:custGeom>
              <a:avLst/>
              <a:gdLst/>
              <a:ahLst/>
              <a:cxnLst/>
              <a:rect l="l" t="t" r="r" b="b"/>
              <a:pathLst>
                <a:path w="1714" h="1527" extrusionOk="0">
                  <a:moveTo>
                    <a:pt x="1" y="1"/>
                  </a:moveTo>
                  <a:lnTo>
                    <a:pt x="1" y="673"/>
                  </a:lnTo>
                  <a:cubicBezTo>
                    <a:pt x="1" y="1145"/>
                    <a:pt x="382" y="1527"/>
                    <a:pt x="855" y="1527"/>
                  </a:cubicBezTo>
                  <a:cubicBezTo>
                    <a:pt x="1327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2854778" y="1892042"/>
              <a:ext cx="302929" cy="270665"/>
            </a:xfrm>
            <a:custGeom>
              <a:avLst/>
              <a:gdLst/>
              <a:ahLst/>
              <a:cxnLst/>
              <a:rect l="l" t="t" r="r" b="b"/>
              <a:pathLst>
                <a:path w="1709" h="1527" extrusionOk="0">
                  <a:moveTo>
                    <a:pt x="0" y="1"/>
                  </a:moveTo>
                  <a:lnTo>
                    <a:pt x="0" y="673"/>
                  </a:lnTo>
                  <a:cubicBezTo>
                    <a:pt x="0" y="1145"/>
                    <a:pt x="382" y="1527"/>
                    <a:pt x="854" y="1527"/>
                  </a:cubicBezTo>
                  <a:cubicBezTo>
                    <a:pt x="1327" y="1527"/>
                    <a:pt x="1709" y="1145"/>
                    <a:pt x="1709" y="673"/>
                  </a:cubicBezTo>
                  <a:lnTo>
                    <a:pt x="1709" y="1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3461165" y="1892042"/>
              <a:ext cx="303638" cy="270665"/>
            </a:xfrm>
            <a:custGeom>
              <a:avLst/>
              <a:gdLst/>
              <a:ahLst/>
              <a:cxnLst/>
              <a:rect l="l" t="t" r="r" b="b"/>
              <a:pathLst>
                <a:path w="1713" h="1527" extrusionOk="0">
                  <a:moveTo>
                    <a:pt x="0" y="1"/>
                  </a:moveTo>
                  <a:lnTo>
                    <a:pt x="0" y="673"/>
                  </a:lnTo>
                  <a:cubicBezTo>
                    <a:pt x="0" y="1145"/>
                    <a:pt x="382" y="1527"/>
                    <a:pt x="854" y="1527"/>
                  </a:cubicBezTo>
                  <a:cubicBezTo>
                    <a:pt x="1327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3157529" y="1892042"/>
              <a:ext cx="303815" cy="270665"/>
            </a:xfrm>
            <a:custGeom>
              <a:avLst/>
              <a:gdLst/>
              <a:ahLst/>
              <a:cxnLst/>
              <a:rect l="l" t="t" r="r" b="b"/>
              <a:pathLst>
                <a:path w="1714" h="1527" extrusionOk="0">
                  <a:moveTo>
                    <a:pt x="1" y="1"/>
                  </a:moveTo>
                  <a:lnTo>
                    <a:pt x="1" y="673"/>
                  </a:lnTo>
                  <a:cubicBezTo>
                    <a:pt x="1" y="1145"/>
                    <a:pt x="386" y="1527"/>
                    <a:pt x="859" y="1527"/>
                  </a:cubicBezTo>
                  <a:cubicBezTo>
                    <a:pt x="1332" y="1527"/>
                    <a:pt x="1713" y="1145"/>
                    <a:pt x="1713" y="673"/>
                  </a:cubicBezTo>
                  <a:lnTo>
                    <a:pt x="1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1337660" y="1607727"/>
              <a:ext cx="638827" cy="284490"/>
            </a:xfrm>
            <a:custGeom>
              <a:avLst/>
              <a:gdLst/>
              <a:ahLst/>
              <a:cxnLst/>
              <a:rect l="l" t="t" r="r" b="b"/>
              <a:pathLst>
                <a:path w="3604" h="1605" extrusionOk="0">
                  <a:moveTo>
                    <a:pt x="2671" y="0"/>
                  </a:moveTo>
                  <a:lnTo>
                    <a:pt x="1" y="1605"/>
                  </a:lnTo>
                  <a:lnTo>
                    <a:pt x="1709" y="1605"/>
                  </a:lnTo>
                  <a:lnTo>
                    <a:pt x="3604" y="0"/>
                  </a:lnTo>
                  <a:close/>
                </a:path>
              </a:pathLst>
            </a:custGeom>
            <a:solidFill>
              <a:srgbClr val="FF8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1944047" y="1607727"/>
              <a:ext cx="362841" cy="284490"/>
            </a:xfrm>
            <a:custGeom>
              <a:avLst/>
              <a:gdLst/>
              <a:ahLst/>
              <a:cxnLst/>
              <a:rect l="l" t="t" r="r" b="b"/>
              <a:pathLst>
                <a:path w="2047" h="1605" extrusionOk="0">
                  <a:moveTo>
                    <a:pt x="1115" y="0"/>
                  </a:moveTo>
                  <a:lnTo>
                    <a:pt x="0" y="1605"/>
                  </a:lnTo>
                  <a:lnTo>
                    <a:pt x="1713" y="1605"/>
                  </a:lnTo>
                  <a:lnTo>
                    <a:pt x="2047" y="0"/>
                  </a:lnTo>
                  <a:close/>
                </a:path>
              </a:pathLst>
            </a:custGeom>
            <a:solidFill>
              <a:srgbClr val="FF8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2472087" y="1607727"/>
              <a:ext cx="382871" cy="284490"/>
            </a:xfrm>
            <a:custGeom>
              <a:avLst/>
              <a:gdLst/>
              <a:ahLst/>
              <a:cxnLst/>
              <a:rect l="l" t="t" r="r" b="b"/>
              <a:pathLst>
                <a:path w="2160" h="1605" extrusionOk="0">
                  <a:moveTo>
                    <a:pt x="0" y="0"/>
                  </a:moveTo>
                  <a:lnTo>
                    <a:pt x="447" y="1605"/>
                  </a:lnTo>
                  <a:lnTo>
                    <a:pt x="2159" y="1605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FF8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803197" y="1607727"/>
              <a:ext cx="658148" cy="284490"/>
            </a:xfrm>
            <a:custGeom>
              <a:avLst/>
              <a:gdLst/>
              <a:ahLst/>
              <a:cxnLst/>
              <a:rect l="l" t="t" r="r" b="b"/>
              <a:pathLst>
                <a:path w="3713" h="1605" extrusionOk="0">
                  <a:moveTo>
                    <a:pt x="1" y="0"/>
                  </a:moveTo>
                  <a:lnTo>
                    <a:pt x="2000" y="1605"/>
                  </a:lnTo>
                  <a:lnTo>
                    <a:pt x="3712" y="1605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rgbClr val="FF8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968398" y="1607727"/>
              <a:ext cx="799597" cy="284490"/>
            </a:xfrm>
            <a:custGeom>
              <a:avLst/>
              <a:gdLst/>
              <a:ahLst/>
              <a:cxnLst/>
              <a:rect l="l" t="t" r="r" b="b"/>
              <a:pathLst>
                <a:path w="4511" h="1605" extrusionOk="0">
                  <a:moveTo>
                    <a:pt x="1" y="0"/>
                  </a:moveTo>
                  <a:lnTo>
                    <a:pt x="2780" y="1605"/>
                  </a:lnTo>
                  <a:lnTo>
                    <a:pt x="4510" y="1605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1034024" y="1892042"/>
              <a:ext cx="303815" cy="270665"/>
            </a:xfrm>
            <a:custGeom>
              <a:avLst/>
              <a:gdLst/>
              <a:ahLst/>
              <a:cxnLst/>
              <a:rect l="l" t="t" r="r" b="b"/>
              <a:pathLst>
                <a:path w="1714" h="1527" extrusionOk="0">
                  <a:moveTo>
                    <a:pt x="1" y="1"/>
                  </a:moveTo>
                  <a:lnTo>
                    <a:pt x="1" y="673"/>
                  </a:lnTo>
                  <a:cubicBezTo>
                    <a:pt x="1" y="1145"/>
                    <a:pt x="382" y="1527"/>
                    <a:pt x="855" y="1527"/>
                  </a:cubicBezTo>
                  <a:cubicBezTo>
                    <a:pt x="1328" y="1527"/>
                    <a:pt x="1714" y="1145"/>
                    <a:pt x="1714" y="673"/>
                  </a:cubicBezTo>
                  <a:lnTo>
                    <a:pt x="1714" y="1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1034024" y="1607727"/>
              <a:ext cx="779567" cy="284490"/>
            </a:xfrm>
            <a:custGeom>
              <a:avLst/>
              <a:gdLst/>
              <a:ahLst/>
              <a:cxnLst/>
              <a:rect l="l" t="t" r="r" b="b"/>
              <a:pathLst>
                <a:path w="4398" h="1605" extrusionOk="0">
                  <a:moveTo>
                    <a:pt x="3465" y="0"/>
                  </a:moveTo>
                  <a:lnTo>
                    <a:pt x="1" y="1605"/>
                  </a:lnTo>
                  <a:lnTo>
                    <a:pt x="1714" y="1605"/>
                  </a:lnTo>
                  <a:lnTo>
                    <a:pt x="4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1647323" y="1569263"/>
              <a:ext cx="1485042" cy="38641"/>
            </a:xfrm>
            <a:custGeom>
              <a:avLst/>
              <a:gdLst/>
              <a:ahLst/>
              <a:cxnLst/>
              <a:rect l="l" t="t" r="r" b="b"/>
              <a:pathLst>
                <a:path w="8378" h="218" extrusionOk="0">
                  <a:moveTo>
                    <a:pt x="1" y="1"/>
                  </a:moveTo>
                  <a:lnTo>
                    <a:pt x="1" y="217"/>
                  </a:lnTo>
                  <a:lnTo>
                    <a:pt x="8377" y="217"/>
                  </a:lnTo>
                  <a:lnTo>
                    <a:pt x="8377" y="1"/>
                  </a:lnTo>
                  <a:close/>
                </a:path>
              </a:pathLst>
            </a:custGeom>
            <a:solidFill>
              <a:srgbClr val="FF8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1161647" y="2210035"/>
              <a:ext cx="904710" cy="783456"/>
            </a:xfrm>
            <a:custGeom>
              <a:avLst/>
              <a:gdLst/>
              <a:ahLst/>
              <a:cxnLst/>
              <a:rect l="l" t="t" r="r" b="b"/>
              <a:pathLst>
                <a:path w="5104" h="4420" extrusionOk="0">
                  <a:moveTo>
                    <a:pt x="931" y="975"/>
                  </a:moveTo>
                  <a:cubicBezTo>
                    <a:pt x="978" y="975"/>
                    <a:pt x="1024" y="987"/>
                    <a:pt x="1067" y="1012"/>
                  </a:cubicBezTo>
                  <a:cubicBezTo>
                    <a:pt x="1193" y="1090"/>
                    <a:pt x="1236" y="1250"/>
                    <a:pt x="1158" y="1376"/>
                  </a:cubicBezTo>
                  <a:cubicBezTo>
                    <a:pt x="1110" y="1459"/>
                    <a:pt x="1021" y="1506"/>
                    <a:pt x="931" y="1506"/>
                  </a:cubicBezTo>
                  <a:cubicBezTo>
                    <a:pt x="884" y="1506"/>
                    <a:pt x="837" y="1494"/>
                    <a:pt x="794" y="1467"/>
                  </a:cubicBezTo>
                  <a:cubicBezTo>
                    <a:pt x="668" y="1393"/>
                    <a:pt x="629" y="1229"/>
                    <a:pt x="703" y="1103"/>
                  </a:cubicBezTo>
                  <a:cubicBezTo>
                    <a:pt x="755" y="1020"/>
                    <a:pt x="842" y="975"/>
                    <a:pt x="931" y="975"/>
                  </a:cubicBezTo>
                  <a:close/>
                  <a:moveTo>
                    <a:pt x="1327" y="1"/>
                  </a:moveTo>
                  <a:cubicBezTo>
                    <a:pt x="1300" y="1"/>
                    <a:pt x="1273" y="8"/>
                    <a:pt x="1249" y="23"/>
                  </a:cubicBezTo>
                  <a:lnTo>
                    <a:pt x="109" y="652"/>
                  </a:lnTo>
                  <a:cubicBezTo>
                    <a:pt x="57" y="678"/>
                    <a:pt x="27" y="730"/>
                    <a:pt x="27" y="786"/>
                  </a:cubicBezTo>
                  <a:lnTo>
                    <a:pt x="1" y="2091"/>
                  </a:lnTo>
                  <a:cubicBezTo>
                    <a:pt x="1" y="2148"/>
                    <a:pt x="31" y="2200"/>
                    <a:pt x="79" y="2230"/>
                  </a:cubicBezTo>
                  <a:lnTo>
                    <a:pt x="3677" y="4398"/>
                  </a:lnTo>
                  <a:cubicBezTo>
                    <a:pt x="3702" y="4412"/>
                    <a:pt x="3728" y="4419"/>
                    <a:pt x="3755" y="4419"/>
                  </a:cubicBezTo>
                  <a:cubicBezTo>
                    <a:pt x="3809" y="4419"/>
                    <a:pt x="3862" y="4391"/>
                    <a:pt x="3894" y="4342"/>
                  </a:cubicBezTo>
                  <a:lnTo>
                    <a:pt x="5056" y="2408"/>
                  </a:lnTo>
                  <a:cubicBezTo>
                    <a:pt x="5104" y="2334"/>
                    <a:pt x="5078" y="2235"/>
                    <a:pt x="5004" y="2191"/>
                  </a:cubicBezTo>
                  <a:lnTo>
                    <a:pt x="1405" y="23"/>
                  </a:lnTo>
                  <a:cubicBezTo>
                    <a:pt x="1382" y="8"/>
                    <a:pt x="1354" y="1"/>
                    <a:pt x="1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1417602" y="2425398"/>
              <a:ext cx="212351" cy="221566"/>
            </a:xfrm>
            <a:custGeom>
              <a:avLst/>
              <a:gdLst/>
              <a:ahLst/>
              <a:cxnLst/>
              <a:rect l="l" t="t" r="r" b="b"/>
              <a:pathLst>
                <a:path w="1198" h="1250" extrusionOk="0">
                  <a:moveTo>
                    <a:pt x="386" y="1"/>
                  </a:moveTo>
                  <a:lnTo>
                    <a:pt x="178" y="378"/>
                  </a:lnTo>
                  <a:lnTo>
                    <a:pt x="417" y="508"/>
                  </a:lnTo>
                  <a:lnTo>
                    <a:pt x="499" y="356"/>
                  </a:lnTo>
                  <a:lnTo>
                    <a:pt x="759" y="499"/>
                  </a:lnTo>
                  <a:lnTo>
                    <a:pt x="0" y="1085"/>
                  </a:lnTo>
                  <a:lnTo>
                    <a:pt x="304" y="1249"/>
                  </a:lnTo>
                  <a:lnTo>
                    <a:pt x="1102" y="629"/>
                  </a:lnTo>
                  <a:lnTo>
                    <a:pt x="1197" y="452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1545934" y="2519875"/>
              <a:ext cx="221569" cy="220502"/>
            </a:xfrm>
            <a:custGeom>
              <a:avLst/>
              <a:gdLst/>
              <a:ahLst/>
              <a:cxnLst/>
              <a:rect l="l" t="t" r="r" b="b"/>
              <a:pathLst>
                <a:path w="1250" h="1244" extrusionOk="0">
                  <a:moveTo>
                    <a:pt x="625" y="1"/>
                  </a:moveTo>
                  <a:lnTo>
                    <a:pt x="256" y="556"/>
                  </a:lnTo>
                  <a:lnTo>
                    <a:pt x="521" y="703"/>
                  </a:lnTo>
                  <a:cubicBezTo>
                    <a:pt x="673" y="786"/>
                    <a:pt x="690" y="846"/>
                    <a:pt x="655" y="907"/>
                  </a:cubicBezTo>
                  <a:cubicBezTo>
                    <a:pt x="636" y="943"/>
                    <a:pt x="602" y="960"/>
                    <a:pt x="560" y="960"/>
                  </a:cubicBezTo>
                  <a:cubicBezTo>
                    <a:pt x="524" y="960"/>
                    <a:pt x="484" y="948"/>
                    <a:pt x="443" y="924"/>
                  </a:cubicBezTo>
                  <a:cubicBezTo>
                    <a:pt x="347" y="872"/>
                    <a:pt x="265" y="790"/>
                    <a:pt x="217" y="695"/>
                  </a:cubicBezTo>
                  <a:lnTo>
                    <a:pt x="0" y="846"/>
                  </a:lnTo>
                  <a:cubicBezTo>
                    <a:pt x="61" y="968"/>
                    <a:pt x="187" y="1081"/>
                    <a:pt x="326" y="1159"/>
                  </a:cubicBezTo>
                  <a:cubicBezTo>
                    <a:pt x="434" y="1217"/>
                    <a:pt x="532" y="1243"/>
                    <a:pt x="618" y="1243"/>
                  </a:cubicBezTo>
                  <a:cubicBezTo>
                    <a:pt x="767" y="1243"/>
                    <a:pt x="878" y="1167"/>
                    <a:pt x="941" y="1055"/>
                  </a:cubicBezTo>
                  <a:cubicBezTo>
                    <a:pt x="1037" y="881"/>
                    <a:pt x="998" y="682"/>
                    <a:pt x="707" y="521"/>
                  </a:cubicBezTo>
                  <a:lnTo>
                    <a:pt x="642" y="482"/>
                  </a:lnTo>
                  <a:lnTo>
                    <a:pt x="733" y="348"/>
                  </a:lnTo>
                  <a:lnTo>
                    <a:pt x="1132" y="565"/>
                  </a:lnTo>
                  <a:lnTo>
                    <a:pt x="1249" y="348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1741977" y="2662741"/>
              <a:ext cx="113089" cy="121772"/>
            </a:xfrm>
            <a:custGeom>
              <a:avLst/>
              <a:gdLst/>
              <a:ahLst/>
              <a:cxnLst/>
              <a:rect l="l" t="t" r="r" b="b"/>
              <a:pathLst>
                <a:path w="638" h="687" extrusionOk="0">
                  <a:moveTo>
                    <a:pt x="255" y="37"/>
                  </a:moveTo>
                  <a:cubicBezTo>
                    <a:pt x="266" y="37"/>
                    <a:pt x="279" y="39"/>
                    <a:pt x="291" y="45"/>
                  </a:cubicBezTo>
                  <a:cubicBezTo>
                    <a:pt x="334" y="71"/>
                    <a:pt x="343" y="127"/>
                    <a:pt x="308" y="188"/>
                  </a:cubicBezTo>
                  <a:cubicBezTo>
                    <a:pt x="283" y="235"/>
                    <a:pt x="251" y="259"/>
                    <a:pt x="217" y="259"/>
                  </a:cubicBezTo>
                  <a:cubicBezTo>
                    <a:pt x="204" y="259"/>
                    <a:pt x="191" y="256"/>
                    <a:pt x="178" y="249"/>
                  </a:cubicBezTo>
                  <a:cubicBezTo>
                    <a:pt x="135" y="223"/>
                    <a:pt x="126" y="170"/>
                    <a:pt x="161" y="105"/>
                  </a:cubicBezTo>
                  <a:cubicBezTo>
                    <a:pt x="186" y="60"/>
                    <a:pt x="220" y="37"/>
                    <a:pt x="255" y="37"/>
                  </a:cubicBezTo>
                  <a:close/>
                  <a:moveTo>
                    <a:pt x="253" y="0"/>
                  </a:moveTo>
                  <a:cubicBezTo>
                    <a:pt x="204" y="0"/>
                    <a:pt x="157" y="32"/>
                    <a:pt x="126" y="88"/>
                  </a:cubicBezTo>
                  <a:cubicBezTo>
                    <a:pt x="82" y="166"/>
                    <a:pt x="95" y="244"/>
                    <a:pt x="161" y="279"/>
                  </a:cubicBezTo>
                  <a:cubicBezTo>
                    <a:pt x="180" y="289"/>
                    <a:pt x="199" y="294"/>
                    <a:pt x="219" y="294"/>
                  </a:cubicBezTo>
                  <a:cubicBezTo>
                    <a:pt x="266" y="294"/>
                    <a:pt x="312" y="265"/>
                    <a:pt x="343" y="210"/>
                  </a:cubicBezTo>
                  <a:cubicBezTo>
                    <a:pt x="386" y="127"/>
                    <a:pt x="373" y="49"/>
                    <a:pt x="308" y="14"/>
                  </a:cubicBezTo>
                  <a:cubicBezTo>
                    <a:pt x="290" y="5"/>
                    <a:pt x="271" y="0"/>
                    <a:pt x="253" y="0"/>
                  </a:cubicBezTo>
                  <a:close/>
                  <a:moveTo>
                    <a:pt x="598" y="179"/>
                  </a:moveTo>
                  <a:lnTo>
                    <a:pt x="0" y="483"/>
                  </a:lnTo>
                  <a:lnTo>
                    <a:pt x="39" y="509"/>
                  </a:lnTo>
                  <a:lnTo>
                    <a:pt x="637" y="201"/>
                  </a:lnTo>
                  <a:lnTo>
                    <a:pt x="598" y="179"/>
                  </a:lnTo>
                  <a:close/>
                  <a:moveTo>
                    <a:pt x="420" y="429"/>
                  </a:moveTo>
                  <a:cubicBezTo>
                    <a:pt x="433" y="429"/>
                    <a:pt x="447" y="432"/>
                    <a:pt x="460" y="439"/>
                  </a:cubicBezTo>
                  <a:cubicBezTo>
                    <a:pt x="503" y="465"/>
                    <a:pt x="512" y="517"/>
                    <a:pt x="477" y="582"/>
                  </a:cubicBezTo>
                  <a:cubicBezTo>
                    <a:pt x="452" y="626"/>
                    <a:pt x="418" y="650"/>
                    <a:pt x="385" y="650"/>
                  </a:cubicBezTo>
                  <a:cubicBezTo>
                    <a:pt x="372" y="650"/>
                    <a:pt x="359" y="646"/>
                    <a:pt x="347" y="639"/>
                  </a:cubicBezTo>
                  <a:cubicBezTo>
                    <a:pt x="304" y="617"/>
                    <a:pt x="295" y="561"/>
                    <a:pt x="330" y="500"/>
                  </a:cubicBezTo>
                  <a:cubicBezTo>
                    <a:pt x="355" y="453"/>
                    <a:pt x="387" y="429"/>
                    <a:pt x="420" y="429"/>
                  </a:cubicBezTo>
                  <a:close/>
                  <a:moveTo>
                    <a:pt x="419" y="394"/>
                  </a:moveTo>
                  <a:cubicBezTo>
                    <a:pt x="372" y="394"/>
                    <a:pt x="326" y="423"/>
                    <a:pt x="295" y="478"/>
                  </a:cubicBezTo>
                  <a:cubicBezTo>
                    <a:pt x="252" y="556"/>
                    <a:pt x="265" y="634"/>
                    <a:pt x="330" y="669"/>
                  </a:cubicBezTo>
                  <a:cubicBezTo>
                    <a:pt x="349" y="681"/>
                    <a:pt x="369" y="686"/>
                    <a:pt x="388" y="686"/>
                  </a:cubicBezTo>
                  <a:cubicBezTo>
                    <a:pt x="435" y="686"/>
                    <a:pt x="481" y="655"/>
                    <a:pt x="512" y="600"/>
                  </a:cubicBezTo>
                  <a:cubicBezTo>
                    <a:pt x="555" y="522"/>
                    <a:pt x="542" y="444"/>
                    <a:pt x="477" y="409"/>
                  </a:cubicBezTo>
                  <a:cubicBezTo>
                    <a:pt x="458" y="399"/>
                    <a:pt x="438" y="394"/>
                    <a:pt x="419" y="3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3094426" y="2833436"/>
              <a:ext cx="190017" cy="189306"/>
            </a:xfrm>
            <a:custGeom>
              <a:avLst/>
              <a:gdLst/>
              <a:ahLst/>
              <a:cxnLst/>
              <a:rect l="l" t="t" r="r" b="b"/>
              <a:pathLst>
                <a:path w="1072" h="1068" extrusionOk="0">
                  <a:moveTo>
                    <a:pt x="317" y="1"/>
                  </a:moveTo>
                  <a:lnTo>
                    <a:pt x="1" y="313"/>
                  </a:lnTo>
                  <a:lnTo>
                    <a:pt x="755" y="1068"/>
                  </a:lnTo>
                  <a:lnTo>
                    <a:pt x="1072" y="75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2493534" y="2284659"/>
              <a:ext cx="772477" cy="703692"/>
            </a:xfrm>
            <a:custGeom>
              <a:avLst/>
              <a:gdLst/>
              <a:ahLst/>
              <a:cxnLst/>
              <a:rect l="l" t="t" r="r" b="b"/>
              <a:pathLst>
                <a:path w="4358" h="3970" extrusionOk="0">
                  <a:moveTo>
                    <a:pt x="2179" y="248"/>
                  </a:moveTo>
                  <a:cubicBezTo>
                    <a:pt x="2622" y="248"/>
                    <a:pt x="3066" y="417"/>
                    <a:pt x="3404" y="756"/>
                  </a:cubicBezTo>
                  <a:cubicBezTo>
                    <a:pt x="4080" y="1436"/>
                    <a:pt x="4080" y="2533"/>
                    <a:pt x="3404" y="3210"/>
                  </a:cubicBezTo>
                  <a:cubicBezTo>
                    <a:pt x="3066" y="3550"/>
                    <a:pt x="2622" y="3720"/>
                    <a:pt x="2179" y="3720"/>
                  </a:cubicBezTo>
                  <a:cubicBezTo>
                    <a:pt x="1735" y="3720"/>
                    <a:pt x="1290" y="3550"/>
                    <a:pt x="950" y="3210"/>
                  </a:cubicBezTo>
                  <a:cubicBezTo>
                    <a:pt x="274" y="2533"/>
                    <a:pt x="274" y="1436"/>
                    <a:pt x="950" y="756"/>
                  </a:cubicBezTo>
                  <a:cubicBezTo>
                    <a:pt x="1290" y="417"/>
                    <a:pt x="1735" y="248"/>
                    <a:pt x="2179" y="248"/>
                  </a:cubicBezTo>
                  <a:close/>
                  <a:moveTo>
                    <a:pt x="2177" y="0"/>
                  </a:moveTo>
                  <a:cubicBezTo>
                    <a:pt x="1669" y="0"/>
                    <a:pt x="1160" y="194"/>
                    <a:pt x="772" y="582"/>
                  </a:cubicBezTo>
                  <a:cubicBezTo>
                    <a:pt x="0" y="1354"/>
                    <a:pt x="0" y="2611"/>
                    <a:pt x="772" y="3387"/>
                  </a:cubicBezTo>
                  <a:cubicBezTo>
                    <a:pt x="1160" y="3775"/>
                    <a:pt x="1669" y="3969"/>
                    <a:pt x="2177" y="3969"/>
                  </a:cubicBezTo>
                  <a:cubicBezTo>
                    <a:pt x="2685" y="3969"/>
                    <a:pt x="3194" y="3775"/>
                    <a:pt x="3582" y="3387"/>
                  </a:cubicBezTo>
                  <a:cubicBezTo>
                    <a:pt x="4358" y="2611"/>
                    <a:pt x="4358" y="1354"/>
                    <a:pt x="3582" y="582"/>
                  </a:cubicBezTo>
                  <a:cubicBezTo>
                    <a:pt x="3194" y="194"/>
                    <a:pt x="2685" y="0"/>
                    <a:pt x="21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541925" y="2328618"/>
              <a:ext cx="674987" cy="615598"/>
            </a:xfrm>
            <a:custGeom>
              <a:avLst/>
              <a:gdLst/>
              <a:ahLst/>
              <a:cxnLst/>
              <a:rect l="l" t="t" r="r" b="b"/>
              <a:pathLst>
                <a:path w="3808" h="3473" extrusionOk="0">
                  <a:moveTo>
                    <a:pt x="1906" y="0"/>
                  </a:moveTo>
                  <a:cubicBezTo>
                    <a:pt x="1462" y="0"/>
                    <a:pt x="1017" y="169"/>
                    <a:pt x="677" y="508"/>
                  </a:cubicBezTo>
                  <a:cubicBezTo>
                    <a:pt x="1" y="1188"/>
                    <a:pt x="1" y="2285"/>
                    <a:pt x="677" y="2962"/>
                  </a:cubicBezTo>
                  <a:cubicBezTo>
                    <a:pt x="1017" y="3302"/>
                    <a:pt x="1462" y="3472"/>
                    <a:pt x="1906" y="3472"/>
                  </a:cubicBezTo>
                  <a:cubicBezTo>
                    <a:pt x="2349" y="3472"/>
                    <a:pt x="2793" y="3302"/>
                    <a:pt x="3131" y="2962"/>
                  </a:cubicBezTo>
                  <a:cubicBezTo>
                    <a:pt x="3807" y="2285"/>
                    <a:pt x="3807" y="1188"/>
                    <a:pt x="3131" y="508"/>
                  </a:cubicBezTo>
                  <a:cubicBezTo>
                    <a:pt x="2793" y="169"/>
                    <a:pt x="2349" y="0"/>
                    <a:pt x="19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185180" y="2930749"/>
              <a:ext cx="472030" cy="445081"/>
            </a:xfrm>
            <a:custGeom>
              <a:avLst/>
              <a:gdLst/>
              <a:ahLst/>
              <a:cxnLst/>
              <a:rect l="l" t="t" r="r" b="b"/>
              <a:pathLst>
                <a:path w="2663" h="2511" extrusionOk="0">
                  <a:moveTo>
                    <a:pt x="706" y="0"/>
                  </a:moveTo>
                  <a:cubicBezTo>
                    <a:pt x="610" y="0"/>
                    <a:pt x="514" y="37"/>
                    <a:pt x="443" y="111"/>
                  </a:cubicBezTo>
                  <a:lnTo>
                    <a:pt x="148" y="401"/>
                  </a:lnTo>
                  <a:cubicBezTo>
                    <a:pt x="1" y="549"/>
                    <a:pt x="1" y="787"/>
                    <a:pt x="148" y="930"/>
                  </a:cubicBezTo>
                  <a:lnTo>
                    <a:pt x="1696" y="2400"/>
                  </a:lnTo>
                  <a:cubicBezTo>
                    <a:pt x="1767" y="2474"/>
                    <a:pt x="1863" y="2511"/>
                    <a:pt x="1959" y="2511"/>
                  </a:cubicBezTo>
                  <a:cubicBezTo>
                    <a:pt x="2055" y="2511"/>
                    <a:pt x="2151" y="2474"/>
                    <a:pt x="2225" y="2400"/>
                  </a:cubicBezTo>
                  <a:lnTo>
                    <a:pt x="2515" y="2105"/>
                  </a:lnTo>
                  <a:cubicBezTo>
                    <a:pt x="2663" y="1962"/>
                    <a:pt x="2663" y="1724"/>
                    <a:pt x="2515" y="1576"/>
                  </a:cubicBezTo>
                  <a:lnTo>
                    <a:pt x="972" y="111"/>
                  </a:lnTo>
                  <a:cubicBezTo>
                    <a:pt x="898" y="37"/>
                    <a:pt x="802" y="0"/>
                    <a:pt x="7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1777250" y="2849389"/>
              <a:ext cx="1252129" cy="1024874"/>
            </a:xfrm>
            <a:custGeom>
              <a:avLst/>
              <a:gdLst/>
              <a:ahLst/>
              <a:cxnLst/>
              <a:rect l="l" t="t" r="r" b="b"/>
              <a:pathLst>
                <a:path w="7064" h="5782" extrusionOk="0">
                  <a:moveTo>
                    <a:pt x="599" y="1741"/>
                  </a:moveTo>
                  <a:lnTo>
                    <a:pt x="4575" y="1801"/>
                  </a:lnTo>
                  <a:lnTo>
                    <a:pt x="6530" y="5261"/>
                  </a:lnTo>
                  <a:lnTo>
                    <a:pt x="599" y="1741"/>
                  </a:lnTo>
                  <a:close/>
                  <a:moveTo>
                    <a:pt x="5337" y="0"/>
                  </a:moveTo>
                  <a:cubicBezTo>
                    <a:pt x="5278" y="0"/>
                    <a:pt x="5219" y="14"/>
                    <a:pt x="5164" y="41"/>
                  </a:cubicBezTo>
                  <a:cubicBezTo>
                    <a:pt x="5151" y="45"/>
                    <a:pt x="5134" y="54"/>
                    <a:pt x="5117" y="67"/>
                  </a:cubicBezTo>
                  <a:cubicBezTo>
                    <a:pt x="5076" y="89"/>
                    <a:pt x="5012" y="122"/>
                    <a:pt x="4976" y="122"/>
                  </a:cubicBezTo>
                  <a:cubicBezTo>
                    <a:pt x="4970" y="122"/>
                    <a:pt x="4965" y="121"/>
                    <a:pt x="4961" y="119"/>
                  </a:cubicBezTo>
                  <a:cubicBezTo>
                    <a:pt x="4955" y="116"/>
                    <a:pt x="4949" y="115"/>
                    <a:pt x="4942" y="115"/>
                  </a:cubicBezTo>
                  <a:cubicBezTo>
                    <a:pt x="4930" y="115"/>
                    <a:pt x="4919" y="120"/>
                    <a:pt x="4913" y="132"/>
                  </a:cubicBezTo>
                  <a:cubicBezTo>
                    <a:pt x="4904" y="154"/>
                    <a:pt x="4909" y="171"/>
                    <a:pt x="4926" y="180"/>
                  </a:cubicBezTo>
                  <a:cubicBezTo>
                    <a:pt x="4943" y="188"/>
                    <a:pt x="4961" y="192"/>
                    <a:pt x="4979" y="192"/>
                  </a:cubicBezTo>
                  <a:cubicBezTo>
                    <a:pt x="5036" y="192"/>
                    <a:pt x="5099" y="157"/>
                    <a:pt x="5151" y="128"/>
                  </a:cubicBezTo>
                  <a:cubicBezTo>
                    <a:pt x="5169" y="119"/>
                    <a:pt x="5182" y="110"/>
                    <a:pt x="5195" y="102"/>
                  </a:cubicBezTo>
                  <a:cubicBezTo>
                    <a:pt x="5239" y="82"/>
                    <a:pt x="5287" y="73"/>
                    <a:pt x="5335" y="73"/>
                  </a:cubicBezTo>
                  <a:cubicBezTo>
                    <a:pt x="5394" y="73"/>
                    <a:pt x="5454" y="88"/>
                    <a:pt x="5507" y="119"/>
                  </a:cubicBezTo>
                  <a:cubicBezTo>
                    <a:pt x="5663" y="210"/>
                    <a:pt x="5715" y="414"/>
                    <a:pt x="5620" y="570"/>
                  </a:cubicBezTo>
                  <a:cubicBezTo>
                    <a:pt x="5533" y="722"/>
                    <a:pt x="5498" y="730"/>
                    <a:pt x="5147" y="817"/>
                  </a:cubicBezTo>
                  <a:lnTo>
                    <a:pt x="5130" y="821"/>
                  </a:lnTo>
                  <a:cubicBezTo>
                    <a:pt x="5112" y="826"/>
                    <a:pt x="5095" y="834"/>
                    <a:pt x="4913" y="1164"/>
                  </a:cubicBezTo>
                  <a:cubicBezTo>
                    <a:pt x="4780" y="1088"/>
                    <a:pt x="4636" y="1052"/>
                    <a:pt x="4494" y="1052"/>
                  </a:cubicBezTo>
                  <a:cubicBezTo>
                    <a:pt x="4419" y="1052"/>
                    <a:pt x="4344" y="1062"/>
                    <a:pt x="4271" y="1082"/>
                  </a:cubicBezTo>
                  <a:cubicBezTo>
                    <a:pt x="4067" y="1137"/>
                    <a:pt x="3333" y="1455"/>
                    <a:pt x="3080" y="1455"/>
                  </a:cubicBezTo>
                  <a:cubicBezTo>
                    <a:pt x="3075" y="1455"/>
                    <a:pt x="3071" y="1455"/>
                    <a:pt x="3066" y="1454"/>
                  </a:cubicBezTo>
                  <a:cubicBezTo>
                    <a:pt x="2654" y="1437"/>
                    <a:pt x="2225" y="1420"/>
                    <a:pt x="1843" y="1398"/>
                  </a:cubicBezTo>
                  <a:cubicBezTo>
                    <a:pt x="1163" y="1359"/>
                    <a:pt x="703" y="1285"/>
                    <a:pt x="677" y="1281"/>
                  </a:cubicBezTo>
                  <a:cubicBezTo>
                    <a:pt x="651" y="1278"/>
                    <a:pt x="624" y="1276"/>
                    <a:pt x="598" y="1276"/>
                  </a:cubicBezTo>
                  <a:cubicBezTo>
                    <a:pt x="386" y="1276"/>
                    <a:pt x="181" y="1383"/>
                    <a:pt x="66" y="1576"/>
                  </a:cubicBezTo>
                  <a:cubicBezTo>
                    <a:pt x="35" y="1628"/>
                    <a:pt x="14" y="1680"/>
                    <a:pt x="1" y="1732"/>
                  </a:cubicBezTo>
                  <a:lnTo>
                    <a:pt x="317" y="1736"/>
                  </a:lnTo>
                  <a:lnTo>
                    <a:pt x="6673" y="5508"/>
                  </a:lnTo>
                  <a:lnTo>
                    <a:pt x="6825" y="5781"/>
                  </a:lnTo>
                  <a:cubicBezTo>
                    <a:pt x="6868" y="5742"/>
                    <a:pt x="6903" y="5699"/>
                    <a:pt x="6933" y="5647"/>
                  </a:cubicBezTo>
                  <a:cubicBezTo>
                    <a:pt x="7063" y="5430"/>
                    <a:pt x="7042" y="5166"/>
                    <a:pt x="6899" y="4971"/>
                  </a:cubicBezTo>
                  <a:cubicBezTo>
                    <a:pt x="6881" y="4949"/>
                    <a:pt x="6600" y="4580"/>
                    <a:pt x="6235" y="4004"/>
                  </a:cubicBezTo>
                  <a:cubicBezTo>
                    <a:pt x="6036" y="3679"/>
                    <a:pt x="5815" y="3314"/>
                    <a:pt x="5598" y="2959"/>
                  </a:cubicBezTo>
                  <a:cubicBezTo>
                    <a:pt x="5477" y="2755"/>
                    <a:pt x="5399" y="1931"/>
                    <a:pt x="5351" y="1723"/>
                  </a:cubicBezTo>
                  <a:cubicBezTo>
                    <a:pt x="5303" y="1511"/>
                    <a:pt x="5173" y="1320"/>
                    <a:pt x="4974" y="1199"/>
                  </a:cubicBezTo>
                  <a:cubicBezTo>
                    <a:pt x="5052" y="1064"/>
                    <a:pt x="5130" y="921"/>
                    <a:pt x="5156" y="891"/>
                  </a:cubicBezTo>
                  <a:lnTo>
                    <a:pt x="5164" y="886"/>
                  </a:lnTo>
                  <a:cubicBezTo>
                    <a:pt x="5524" y="795"/>
                    <a:pt x="5576" y="782"/>
                    <a:pt x="5685" y="605"/>
                  </a:cubicBezTo>
                  <a:cubicBezTo>
                    <a:pt x="5797" y="418"/>
                    <a:pt x="5732" y="171"/>
                    <a:pt x="5542" y="58"/>
                  </a:cubicBezTo>
                  <a:cubicBezTo>
                    <a:pt x="5480" y="20"/>
                    <a:pt x="5408" y="0"/>
                    <a:pt x="5337" y="0"/>
                  </a:cubicBez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827345" y="3706588"/>
              <a:ext cx="1379753" cy="767149"/>
            </a:xfrm>
            <a:custGeom>
              <a:avLst/>
              <a:gdLst/>
              <a:ahLst/>
              <a:cxnLst/>
              <a:rect l="l" t="t" r="r" b="b"/>
              <a:pathLst>
                <a:path w="7784" h="4328" extrusionOk="0">
                  <a:moveTo>
                    <a:pt x="707" y="486"/>
                  </a:moveTo>
                  <a:cubicBezTo>
                    <a:pt x="829" y="486"/>
                    <a:pt x="924" y="594"/>
                    <a:pt x="924" y="729"/>
                  </a:cubicBezTo>
                  <a:lnTo>
                    <a:pt x="924" y="3460"/>
                  </a:lnTo>
                  <a:cubicBezTo>
                    <a:pt x="924" y="3595"/>
                    <a:pt x="829" y="3703"/>
                    <a:pt x="707" y="3703"/>
                  </a:cubicBezTo>
                  <a:cubicBezTo>
                    <a:pt x="590" y="3703"/>
                    <a:pt x="491" y="3595"/>
                    <a:pt x="491" y="3460"/>
                  </a:cubicBezTo>
                  <a:lnTo>
                    <a:pt x="491" y="729"/>
                  </a:lnTo>
                  <a:cubicBezTo>
                    <a:pt x="491" y="594"/>
                    <a:pt x="590" y="486"/>
                    <a:pt x="707" y="486"/>
                  </a:cubicBezTo>
                  <a:close/>
                  <a:moveTo>
                    <a:pt x="1995" y="486"/>
                  </a:moveTo>
                  <a:cubicBezTo>
                    <a:pt x="2116" y="486"/>
                    <a:pt x="2212" y="594"/>
                    <a:pt x="2212" y="729"/>
                  </a:cubicBezTo>
                  <a:lnTo>
                    <a:pt x="2212" y="3460"/>
                  </a:lnTo>
                  <a:cubicBezTo>
                    <a:pt x="2212" y="3595"/>
                    <a:pt x="2116" y="3703"/>
                    <a:pt x="1995" y="3703"/>
                  </a:cubicBezTo>
                  <a:cubicBezTo>
                    <a:pt x="1874" y="3703"/>
                    <a:pt x="1778" y="3595"/>
                    <a:pt x="1778" y="3460"/>
                  </a:cubicBezTo>
                  <a:lnTo>
                    <a:pt x="1778" y="729"/>
                  </a:lnTo>
                  <a:cubicBezTo>
                    <a:pt x="1778" y="594"/>
                    <a:pt x="1874" y="486"/>
                    <a:pt x="1995" y="486"/>
                  </a:cubicBezTo>
                  <a:close/>
                  <a:moveTo>
                    <a:pt x="3283" y="486"/>
                  </a:moveTo>
                  <a:cubicBezTo>
                    <a:pt x="3400" y="486"/>
                    <a:pt x="3500" y="594"/>
                    <a:pt x="3500" y="729"/>
                  </a:cubicBezTo>
                  <a:lnTo>
                    <a:pt x="3500" y="3460"/>
                  </a:lnTo>
                  <a:cubicBezTo>
                    <a:pt x="3500" y="3595"/>
                    <a:pt x="3400" y="3703"/>
                    <a:pt x="3283" y="3703"/>
                  </a:cubicBezTo>
                  <a:cubicBezTo>
                    <a:pt x="3161" y="3703"/>
                    <a:pt x="3066" y="3595"/>
                    <a:pt x="3066" y="3460"/>
                  </a:cubicBezTo>
                  <a:lnTo>
                    <a:pt x="3066" y="729"/>
                  </a:lnTo>
                  <a:cubicBezTo>
                    <a:pt x="3066" y="594"/>
                    <a:pt x="3161" y="486"/>
                    <a:pt x="3283" y="486"/>
                  </a:cubicBezTo>
                  <a:close/>
                  <a:moveTo>
                    <a:pt x="4566" y="486"/>
                  </a:moveTo>
                  <a:cubicBezTo>
                    <a:pt x="4688" y="486"/>
                    <a:pt x="4783" y="594"/>
                    <a:pt x="4783" y="729"/>
                  </a:cubicBezTo>
                  <a:lnTo>
                    <a:pt x="4783" y="3460"/>
                  </a:lnTo>
                  <a:cubicBezTo>
                    <a:pt x="4783" y="3595"/>
                    <a:pt x="4688" y="3703"/>
                    <a:pt x="4566" y="3703"/>
                  </a:cubicBezTo>
                  <a:cubicBezTo>
                    <a:pt x="4449" y="3703"/>
                    <a:pt x="4349" y="3595"/>
                    <a:pt x="4349" y="3460"/>
                  </a:cubicBezTo>
                  <a:lnTo>
                    <a:pt x="4349" y="729"/>
                  </a:lnTo>
                  <a:cubicBezTo>
                    <a:pt x="4349" y="594"/>
                    <a:pt x="4449" y="486"/>
                    <a:pt x="4566" y="486"/>
                  </a:cubicBezTo>
                  <a:close/>
                  <a:moveTo>
                    <a:pt x="5854" y="486"/>
                  </a:moveTo>
                  <a:cubicBezTo>
                    <a:pt x="5975" y="486"/>
                    <a:pt x="6071" y="594"/>
                    <a:pt x="6071" y="729"/>
                  </a:cubicBezTo>
                  <a:lnTo>
                    <a:pt x="6071" y="3460"/>
                  </a:lnTo>
                  <a:cubicBezTo>
                    <a:pt x="6071" y="3595"/>
                    <a:pt x="5975" y="3703"/>
                    <a:pt x="5854" y="3703"/>
                  </a:cubicBezTo>
                  <a:cubicBezTo>
                    <a:pt x="5732" y="3703"/>
                    <a:pt x="5637" y="3595"/>
                    <a:pt x="5637" y="3460"/>
                  </a:cubicBezTo>
                  <a:lnTo>
                    <a:pt x="5637" y="729"/>
                  </a:lnTo>
                  <a:cubicBezTo>
                    <a:pt x="5637" y="594"/>
                    <a:pt x="5732" y="486"/>
                    <a:pt x="5854" y="486"/>
                  </a:cubicBezTo>
                  <a:close/>
                  <a:moveTo>
                    <a:pt x="7050" y="486"/>
                  </a:moveTo>
                  <a:cubicBezTo>
                    <a:pt x="7168" y="486"/>
                    <a:pt x="7267" y="594"/>
                    <a:pt x="7267" y="729"/>
                  </a:cubicBezTo>
                  <a:lnTo>
                    <a:pt x="7267" y="3460"/>
                  </a:lnTo>
                  <a:cubicBezTo>
                    <a:pt x="7267" y="3595"/>
                    <a:pt x="7168" y="3703"/>
                    <a:pt x="7050" y="3703"/>
                  </a:cubicBezTo>
                  <a:cubicBezTo>
                    <a:pt x="6929" y="3703"/>
                    <a:pt x="6834" y="3595"/>
                    <a:pt x="6834" y="3460"/>
                  </a:cubicBezTo>
                  <a:lnTo>
                    <a:pt x="6834" y="729"/>
                  </a:lnTo>
                  <a:cubicBezTo>
                    <a:pt x="6834" y="594"/>
                    <a:pt x="6929" y="486"/>
                    <a:pt x="7050" y="486"/>
                  </a:cubicBezTo>
                  <a:close/>
                  <a:moveTo>
                    <a:pt x="1" y="0"/>
                  </a:moveTo>
                  <a:lnTo>
                    <a:pt x="1" y="3495"/>
                  </a:lnTo>
                  <a:cubicBezTo>
                    <a:pt x="1" y="3954"/>
                    <a:pt x="373" y="4327"/>
                    <a:pt x="833" y="4327"/>
                  </a:cubicBezTo>
                  <a:lnTo>
                    <a:pt x="6955" y="4327"/>
                  </a:lnTo>
                  <a:cubicBezTo>
                    <a:pt x="7415" y="4327"/>
                    <a:pt x="7783" y="3954"/>
                    <a:pt x="7783" y="3495"/>
                  </a:cubicBezTo>
                  <a:lnTo>
                    <a:pt x="77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775942" y="3479881"/>
              <a:ext cx="1483447" cy="226883"/>
            </a:xfrm>
            <a:custGeom>
              <a:avLst/>
              <a:gdLst/>
              <a:ahLst/>
              <a:cxnLst/>
              <a:rect l="l" t="t" r="r" b="b"/>
              <a:pathLst>
                <a:path w="8369" h="1280" extrusionOk="0">
                  <a:moveTo>
                    <a:pt x="0" y="0"/>
                  </a:moveTo>
                  <a:lnTo>
                    <a:pt x="0" y="1279"/>
                  </a:lnTo>
                  <a:lnTo>
                    <a:pt x="8368" y="1279"/>
                  </a:lnTo>
                  <a:lnTo>
                    <a:pt x="8368" y="0"/>
                  </a:lnTo>
                  <a:close/>
                </a:path>
              </a:pathLst>
            </a:custGeom>
            <a:solidFill>
              <a:srgbClr val="FFE0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827345" y="3706588"/>
              <a:ext cx="1379753" cy="49276"/>
            </a:xfrm>
            <a:custGeom>
              <a:avLst/>
              <a:gdLst/>
              <a:ahLst/>
              <a:cxnLst/>
              <a:rect l="l" t="t" r="r" b="b"/>
              <a:pathLst>
                <a:path w="7784" h="278" extrusionOk="0">
                  <a:moveTo>
                    <a:pt x="1" y="0"/>
                  </a:moveTo>
                  <a:lnTo>
                    <a:pt x="1" y="278"/>
                  </a:lnTo>
                  <a:lnTo>
                    <a:pt x="7783" y="278"/>
                  </a:lnTo>
                  <a:lnTo>
                    <a:pt x="7783" y="0"/>
                  </a:lnTo>
                  <a:close/>
                </a:path>
              </a:pathLst>
            </a:custGeom>
            <a:solidFill>
              <a:srgbClr val="111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964895" y="3090986"/>
              <a:ext cx="508899" cy="498080"/>
            </a:xfrm>
            <a:custGeom>
              <a:avLst/>
              <a:gdLst/>
              <a:ahLst/>
              <a:cxnLst/>
              <a:rect l="l" t="t" r="r" b="b"/>
              <a:pathLst>
                <a:path w="2871" h="2810" extrusionOk="0">
                  <a:moveTo>
                    <a:pt x="2531" y="0"/>
                  </a:moveTo>
                  <a:cubicBezTo>
                    <a:pt x="2453" y="0"/>
                    <a:pt x="2375" y="31"/>
                    <a:pt x="2316" y="91"/>
                  </a:cubicBezTo>
                  <a:lnTo>
                    <a:pt x="122" y="2285"/>
                  </a:lnTo>
                  <a:cubicBezTo>
                    <a:pt x="1" y="2402"/>
                    <a:pt x="1" y="2597"/>
                    <a:pt x="122" y="2719"/>
                  </a:cubicBezTo>
                  <a:cubicBezTo>
                    <a:pt x="183" y="2780"/>
                    <a:pt x="262" y="2810"/>
                    <a:pt x="341" y="2810"/>
                  </a:cubicBezTo>
                  <a:cubicBezTo>
                    <a:pt x="419" y="2810"/>
                    <a:pt x="497" y="2780"/>
                    <a:pt x="556" y="2719"/>
                  </a:cubicBezTo>
                  <a:lnTo>
                    <a:pt x="2750" y="525"/>
                  </a:lnTo>
                  <a:cubicBezTo>
                    <a:pt x="2871" y="408"/>
                    <a:pt x="2871" y="213"/>
                    <a:pt x="2750" y="91"/>
                  </a:cubicBezTo>
                  <a:cubicBezTo>
                    <a:pt x="2689" y="31"/>
                    <a:pt x="2610" y="0"/>
                    <a:pt x="25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561355" y="3090986"/>
              <a:ext cx="508190" cy="498080"/>
            </a:xfrm>
            <a:custGeom>
              <a:avLst/>
              <a:gdLst/>
              <a:ahLst/>
              <a:cxnLst/>
              <a:rect l="l" t="t" r="r" b="b"/>
              <a:pathLst>
                <a:path w="2867" h="2810" extrusionOk="0">
                  <a:moveTo>
                    <a:pt x="340" y="0"/>
                  </a:moveTo>
                  <a:cubicBezTo>
                    <a:pt x="261" y="0"/>
                    <a:pt x="182" y="31"/>
                    <a:pt x="122" y="91"/>
                  </a:cubicBezTo>
                  <a:cubicBezTo>
                    <a:pt x="0" y="213"/>
                    <a:pt x="0" y="408"/>
                    <a:pt x="122" y="525"/>
                  </a:cubicBezTo>
                  <a:lnTo>
                    <a:pt x="2311" y="2719"/>
                  </a:lnTo>
                  <a:cubicBezTo>
                    <a:pt x="2372" y="2780"/>
                    <a:pt x="2451" y="2810"/>
                    <a:pt x="2530" y="2810"/>
                  </a:cubicBezTo>
                  <a:cubicBezTo>
                    <a:pt x="2609" y="2810"/>
                    <a:pt x="2688" y="2780"/>
                    <a:pt x="2749" y="2719"/>
                  </a:cubicBezTo>
                  <a:cubicBezTo>
                    <a:pt x="2866" y="2597"/>
                    <a:pt x="2866" y="2402"/>
                    <a:pt x="2749" y="2285"/>
                  </a:cubicBezTo>
                  <a:lnTo>
                    <a:pt x="555" y="91"/>
                  </a:lnTo>
                  <a:cubicBezTo>
                    <a:pt x="497" y="31"/>
                    <a:pt x="419" y="0"/>
                    <a:pt x="3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044727" y="3556631"/>
              <a:ext cx="1138332" cy="1033914"/>
            </a:xfrm>
            <a:custGeom>
              <a:avLst/>
              <a:gdLst/>
              <a:ahLst/>
              <a:cxnLst/>
              <a:rect l="l" t="t" r="r" b="b"/>
              <a:pathLst>
                <a:path w="6422" h="5833" extrusionOk="0">
                  <a:moveTo>
                    <a:pt x="516" y="1"/>
                  </a:moveTo>
                  <a:lnTo>
                    <a:pt x="0" y="5832"/>
                  </a:lnTo>
                  <a:lnTo>
                    <a:pt x="6422" y="5832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349781" y="3648094"/>
              <a:ext cx="71611" cy="71610"/>
            </a:xfrm>
            <a:custGeom>
              <a:avLst/>
              <a:gdLst/>
              <a:ahLst/>
              <a:cxnLst/>
              <a:rect l="l" t="t" r="r" b="b"/>
              <a:pathLst>
                <a:path w="404" h="404" extrusionOk="0">
                  <a:moveTo>
                    <a:pt x="200" y="1"/>
                  </a:moveTo>
                  <a:cubicBezTo>
                    <a:pt x="92" y="1"/>
                    <a:pt x="1" y="92"/>
                    <a:pt x="1" y="200"/>
                  </a:cubicBezTo>
                  <a:cubicBezTo>
                    <a:pt x="1" y="313"/>
                    <a:pt x="92" y="404"/>
                    <a:pt x="200" y="404"/>
                  </a:cubicBezTo>
                  <a:cubicBezTo>
                    <a:pt x="313" y="404"/>
                    <a:pt x="404" y="313"/>
                    <a:pt x="404" y="200"/>
                  </a:cubicBezTo>
                  <a:cubicBezTo>
                    <a:pt x="404" y="92"/>
                    <a:pt x="313" y="1"/>
                    <a:pt x="200" y="1"/>
                  </a:cubicBezTo>
                  <a:close/>
                </a:path>
              </a:pathLst>
            </a:custGeom>
            <a:solidFill>
              <a:srgbClr val="DA6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837762" y="3648094"/>
              <a:ext cx="71788" cy="7161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5" y="1"/>
                  </a:moveTo>
                  <a:cubicBezTo>
                    <a:pt x="92" y="1"/>
                    <a:pt x="1" y="92"/>
                    <a:pt x="1" y="200"/>
                  </a:cubicBezTo>
                  <a:cubicBezTo>
                    <a:pt x="1" y="313"/>
                    <a:pt x="92" y="404"/>
                    <a:pt x="205" y="404"/>
                  </a:cubicBezTo>
                  <a:cubicBezTo>
                    <a:pt x="317" y="404"/>
                    <a:pt x="404" y="313"/>
                    <a:pt x="404" y="200"/>
                  </a:cubicBezTo>
                  <a:cubicBezTo>
                    <a:pt x="404" y="92"/>
                    <a:pt x="317" y="1"/>
                    <a:pt x="205" y="1"/>
                  </a:cubicBezTo>
                  <a:close/>
                </a:path>
              </a:pathLst>
            </a:custGeom>
            <a:solidFill>
              <a:srgbClr val="DA6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365202" y="3664224"/>
              <a:ext cx="527334" cy="392969"/>
            </a:xfrm>
            <a:custGeom>
              <a:avLst/>
              <a:gdLst/>
              <a:ahLst/>
              <a:cxnLst/>
              <a:rect l="l" t="t" r="r" b="b"/>
              <a:pathLst>
                <a:path w="2975" h="2217" extrusionOk="0">
                  <a:moveTo>
                    <a:pt x="109" y="1"/>
                  </a:moveTo>
                  <a:cubicBezTo>
                    <a:pt x="48" y="1"/>
                    <a:pt x="0" y="49"/>
                    <a:pt x="0" y="109"/>
                  </a:cubicBezTo>
                  <a:lnTo>
                    <a:pt x="0" y="842"/>
                  </a:lnTo>
                  <a:cubicBezTo>
                    <a:pt x="0" y="1601"/>
                    <a:pt x="560" y="2216"/>
                    <a:pt x="1245" y="2216"/>
                  </a:cubicBezTo>
                  <a:lnTo>
                    <a:pt x="1726" y="2216"/>
                  </a:lnTo>
                  <a:cubicBezTo>
                    <a:pt x="2415" y="2216"/>
                    <a:pt x="2975" y="1601"/>
                    <a:pt x="2975" y="842"/>
                  </a:cubicBezTo>
                  <a:lnTo>
                    <a:pt x="2975" y="109"/>
                  </a:lnTo>
                  <a:cubicBezTo>
                    <a:pt x="2975" y="49"/>
                    <a:pt x="2923" y="1"/>
                    <a:pt x="2862" y="1"/>
                  </a:cubicBezTo>
                  <a:cubicBezTo>
                    <a:pt x="2801" y="1"/>
                    <a:pt x="2754" y="49"/>
                    <a:pt x="2754" y="109"/>
                  </a:cubicBezTo>
                  <a:lnTo>
                    <a:pt x="2754" y="842"/>
                  </a:lnTo>
                  <a:cubicBezTo>
                    <a:pt x="2754" y="1479"/>
                    <a:pt x="2294" y="2000"/>
                    <a:pt x="1726" y="2000"/>
                  </a:cubicBezTo>
                  <a:lnTo>
                    <a:pt x="1245" y="2000"/>
                  </a:lnTo>
                  <a:cubicBezTo>
                    <a:pt x="677" y="2000"/>
                    <a:pt x="217" y="1479"/>
                    <a:pt x="217" y="842"/>
                  </a:cubicBezTo>
                  <a:lnTo>
                    <a:pt x="217" y="109"/>
                  </a:lnTo>
                  <a:cubicBezTo>
                    <a:pt x="217" y="49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9E2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365911" y="3665111"/>
              <a:ext cx="525029" cy="354328"/>
            </a:xfrm>
            <a:custGeom>
              <a:avLst/>
              <a:gdLst/>
              <a:ahLst/>
              <a:cxnLst/>
              <a:rect l="l" t="t" r="r" b="b"/>
              <a:pathLst>
                <a:path w="2962" h="1999" extrusionOk="0">
                  <a:moveTo>
                    <a:pt x="105" y="0"/>
                  </a:moveTo>
                  <a:cubicBezTo>
                    <a:pt x="48" y="0"/>
                    <a:pt x="1" y="48"/>
                    <a:pt x="1" y="104"/>
                  </a:cubicBezTo>
                  <a:lnTo>
                    <a:pt x="1" y="759"/>
                  </a:lnTo>
                  <a:cubicBezTo>
                    <a:pt x="1" y="1444"/>
                    <a:pt x="556" y="1999"/>
                    <a:pt x="1241" y="1999"/>
                  </a:cubicBezTo>
                  <a:lnTo>
                    <a:pt x="1722" y="1999"/>
                  </a:lnTo>
                  <a:cubicBezTo>
                    <a:pt x="2407" y="1999"/>
                    <a:pt x="2962" y="1444"/>
                    <a:pt x="2962" y="759"/>
                  </a:cubicBezTo>
                  <a:lnTo>
                    <a:pt x="2962" y="104"/>
                  </a:lnTo>
                  <a:cubicBezTo>
                    <a:pt x="2962" y="48"/>
                    <a:pt x="2919" y="0"/>
                    <a:pt x="2858" y="0"/>
                  </a:cubicBezTo>
                  <a:cubicBezTo>
                    <a:pt x="2802" y="0"/>
                    <a:pt x="2754" y="48"/>
                    <a:pt x="2754" y="104"/>
                  </a:cubicBezTo>
                  <a:lnTo>
                    <a:pt x="2754" y="759"/>
                  </a:lnTo>
                  <a:cubicBezTo>
                    <a:pt x="2754" y="1331"/>
                    <a:pt x="2294" y="1795"/>
                    <a:pt x="1722" y="1795"/>
                  </a:cubicBezTo>
                  <a:lnTo>
                    <a:pt x="1241" y="1795"/>
                  </a:lnTo>
                  <a:cubicBezTo>
                    <a:pt x="673" y="1795"/>
                    <a:pt x="209" y="1331"/>
                    <a:pt x="209" y="759"/>
                  </a:cubicBezTo>
                  <a:lnTo>
                    <a:pt x="209" y="104"/>
                  </a:lnTo>
                  <a:cubicBezTo>
                    <a:pt x="209" y="48"/>
                    <a:pt x="161" y="0"/>
                    <a:pt x="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2840953" y="4158230"/>
              <a:ext cx="571825" cy="381802"/>
            </a:xfrm>
            <a:custGeom>
              <a:avLst/>
              <a:gdLst/>
              <a:ahLst/>
              <a:cxnLst/>
              <a:rect l="l" t="t" r="r" b="b"/>
              <a:pathLst>
                <a:path w="3226" h="2154" extrusionOk="0">
                  <a:moveTo>
                    <a:pt x="2890" y="0"/>
                  </a:moveTo>
                  <a:cubicBezTo>
                    <a:pt x="2885" y="0"/>
                    <a:pt x="2880" y="1"/>
                    <a:pt x="2875" y="2"/>
                  </a:cubicBezTo>
                  <a:lnTo>
                    <a:pt x="91" y="422"/>
                  </a:lnTo>
                  <a:cubicBezTo>
                    <a:pt x="35" y="431"/>
                    <a:pt x="0" y="479"/>
                    <a:pt x="9" y="531"/>
                  </a:cubicBezTo>
                  <a:lnTo>
                    <a:pt x="239" y="2070"/>
                  </a:lnTo>
                  <a:cubicBezTo>
                    <a:pt x="246" y="2120"/>
                    <a:pt x="289" y="2154"/>
                    <a:pt x="335" y="2154"/>
                  </a:cubicBezTo>
                  <a:cubicBezTo>
                    <a:pt x="341" y="2154"/>
                    <a:pt x="346" y="2153"/>
                    <a:pt x="351" y="2152"/>
                  </a:cubicBezTo>
                  <a:lnTo>
                    <a:pt x="3135" y="1732"/>
                  </a:lnTo>
                  <a:cubicBezTo>
                    <a:pt x="3191" y="1723"/>
                    <a:pt x="3226" y="1675"/>
                    <a:pt x="3217" y="1623"/>
                  </a:cubicBezTo>
                  <a:lnTo>
                    <a:pt x="2988" y="84"/>
                  </a:lnTo>
                  <a:cubicBezTo>
                    <a:pt x="2980" y="37"/>
                    <a:pt x="2940" y="0"/>
                    <a:pt x="28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846270" y="4197581"/>
              <a:ext cx="537437" cy="144638"/>
            </a:xfrm>
            <a:custGeom>
              <a:avLst/>
              <a:gdLst/>
              <a:ahLst/>
              <a:cxnLst/>
              <a:rect l="l" t="t" r="r" b="b"/>
              <a:pathLst>
                <a:path w="3032" h="816" extrusionOk="0">
                  <a:moveTo>
                    <a:pt x="2979" y="1"/>
                  </a:moveTo>
                  <a:lnTo>
                    <a:pt x="1" y="447"/>
                  </a:lnTo>
                  <a:lnTo>
                    <a:pt x="53" y="816"/>
                  </a:lnTo>
                  <a:lnTo>
                    <a:pt x="3031" y="365"/>
                  </a:lnTo>
                  <a:lnTo>
                    <a:pt x="2979" y="1"/>
                  </a:lnTo>
                  <a:close/>
                </a:path>
              </a:pathLst>
            </a:custGeom>
            <a:solidFill>
              <a:srgbClr val="4B4B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3290469" y="4381393"/>
              <a:ext cx="72497" cy="70724"/>
            </a:xfrm>
            <a:custGeom>
              <a:avLst/>
              <a:gdLst/>
              <a:ahLst/>
              <a:cxnLst/>
              <a:rect l="l" t="t" r="r" b="b"/>
              <a:pathLst>
                <a:path w="409" h="399" extrusionOk="0">
                  <a:moveTo>
                    <a:pt x="356" y="0"/>
                  </a:moveTo>
                  <a:lnTo>
                    <a:pt x="1" y="56"/>
                  </a:lnTo>
                  <a:lnTo>
                    <a:pt x="53" y="399"/>
                  </a:lnTo>
                  <a:lnTo>
                    <a:pt x="408" y="343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2905473" y="4395219"/>
              <a:ext cx="367450" cy="114682"/>
            </a:xfrm>
            <a:custGeom>
              <a:avLst/>
              <a:gdLst/>
              <a:ahLst/>
              <a:cxnLst/>
              <a:rect l="l" t="t" r="r" b="b"/>
              <a:pathLst>
                <a:path w="2073" h="647" extrusionOk="0">
                  <a:moveTo>
                    <a:pt x="2021" y="0"/>
                  </a:moveTo>
                  <a:lnTo>
                    <a:pt x="0" y="304"/>
                  </a:lnTo>
                  <a:lnTo>
                    <a:pt x="52" y="646"/>
                  </a:lnTo>
                  <a:lnTo>
                    <a:pt x="2073" y="343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67970D-7AC1-2B4B-816F-CA54407F4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03045"/>
              </p:ext>
            </p:extLst>
          </p:nvPr>
        </p:nvGraphicFramePr>
        <p:xfrm>
          <a:off x="5001237" y="3053747"/>
          <a:ext cx="3314757" cy="1524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53278">
                  <a:extLst>
                    <a:ext uri="{9D8B030D-6E8A-4147-A177-3AD203B41FA5}">
                      <a16:colId xmlns:a16="http://schemas.microsoft.com/office/drawing/2014/main" val="953045644"/>
                    </a:ext>
                  </a:extLst>
                </a:gridCol>
                <a:gridCol w="1561479">
                  <a:extLst>
                    <a:ext uri="{9D8B030D-6E8A-4147-A177-3AD203B41FA5}">
                      <a16:colId xmlns:a16="http://schemas.microsoft.com/office/drawing/2014/main" val="2176963447"/>
                    </a:ext>
                  </a:extLst>
                </a:gridCol>
              </a:tblGrid>
              <a:tr h="2634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ID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48688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r>
                        <a:rPr lang="en-US" dirty="0"/>
                        <a:t>FOO KAR YENG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2300422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53093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r>
                        <a:rPr lang="en-US" dirty="0"/>
                        <a:t>LIEW REN YI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2300434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879211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r>
                        <a:rPr lang="en-US" dirty="0"/>
                        <a:t>TAN YI FEI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2200842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937209"/>
                  </a:ext>
                </a:extLst>
              </a:tr>
              <a:tr h="263442">
                <a:tc>
                  <a:txBody>
                    <a:bodyPr/>
                    <a:lstStyle/>
                    <a:p>
                      <a:r>
                        <a:rPr lang="en-US" dirty="0"/>
                        <a:t>WONG PEI KEI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2207466</a:t>
                      </a:r>
                      <a:endParaRPr lang="en-US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4011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23"/>
          <p:cNvGrpSpPr/>
          <p:nvPr/>
        </p:nvGrpSpPr>
        <p:grpSpPr>
          <a:xfrm>
            <a:off x="2581652" y="1551530"/>
            <a:ext cx="3834663" cy="3194296"/>
            <a:chOff x="2576401" y="1551530"/>
            <a:chExt cx="3834663" cy="3194296"/>
          </a:xfrm>
        </p:grpSpPr>
        <p:sp>
          <p:nvSpPr>
            <p:cNvPr id="797" name="Google Shape;797;p23"/>
            <p:cNvSpPr/>
            <p:nvPr/>
          </p:nvSpPr>
          <p:spPr>
            <a:xfrm>
              <a:off x="4559942" y="2173883"/>
              <a:ext cx="1851122" cy="2157488"/>
            </a:xfrm>
            <a:custGeom>
              <a:avLst/>
              <a:gdLst/>
              <a:ahLst/>
              <a:cxnLst/>
              <a:rect l="l" t="t" r="r" b="b"/>
              <a:pathLst>
                <a:path w="11282" h="13149" extrusionOk="0">
                  <a:moveTo>
                    <a:pt x="9476" y="0"/>
                  </a:moveTo>
                  <a:cubicBezTo>
                    <a:pt x="9403" y="0"/>
                    <a:pt x="9329" y="5"/>
                    <a:pt x="9257" y="14"/>
                  </a:cubicBezTo>
                  <a:cubicBezTo>
                    <a:pt x="8572" y="96"/>
                    <a:pt x="7965" y="543"/>
                    <a:pt x="7579" y="1111"/>
                  </a:cubicBezTo>
                  <a:cubicBezTo>
                    <a:pt x="7193" y="1683"/>
                    <a:pt x="7007" y="2368"/>
                    <a:pt x="6924" y="3053"/>
                  </a:cubicBezTo>
                  <a:cubicBezTo>
                    <a:pt x="6538" y="2715"/>
                    <a:pt x="6200" y="2290"/>
                    <a:pt x="5719" y="2099"/>
                  </a:cubicBezTo>
                  <a:cubicBezTo>
                    <a:pt x="5546" y="2032"/>
                    <a:pt x="5362" y="2001"/>
                    <a:pt x="5177" y="2001"/>
                  </a:cubicBezTo>
                  <a:cubicBezTo>
                    <a:pt x="4788" y="2001"/>
                    <a:pt x="4393" y="2139"/>
                    <a:pt x="4076" y="2368"/>
                  </a:cubicBezTo>
                  <a:cubicBezTo>
                    <a:pt x="3607" y="2706"/>
                    <a:pt x="3287" y="3222"/>
                    <a:pt x="3078" y="3760"/>
                  </a:cubicBezTo>
                  <a:cubicBezTo>
                    <a:pt x="2706" y="4740"/>
                    <a:pt x="2671" y="5841"/>
                    <a:pt x="2979" y="6843"/>
                  </a:cubicBezTo>
                  <a:cubicBezTo>
                    <a:pt x="2607" y="6685"/>
                    <a:pt x="2202" y="6562"/>
                    <a:pt x="1804" y="6562"/>
                  </a:cubicBezTo>
                  <a:cubicBezTo>
                    <a:pt x="1622" y="6562"/>
                    <a:pt x="1442" y="6588"/>
                    <a:pt x="1266" y="6648"/>
                  </a:cubicBezTo>
                  <a:cubicBezTo>
                    <a:pt x="737" y="6830"/>
                    <a:pt x="343" y="7311"/>
                    <a:pt x="173" y="7849"/>
                  </a:cubicBezTo>
                  <a:cubicBezTo>
                    <a:pt x="0" y="8382"/>
                    <a:pt x="26" y="8963"/>
                    <a:pt x="134" y="9513"/>
                  </a:cubicBezTo>
                  <a:cubicBezTo>
                    <a:pt x="304" y="10350"/>
                    <a:pt x="676" y="11014"/>
                    <a:pt x="1188" y="11690"/>
                  </a:cubicBezTo>
                  <a:cubicBezTo>
                    <a:pt x="1457" y="12046"/>
                    <a:pt x="2142" y="12609"/>
                    <a:pt x="2818" y="12861"/>
                  </a:cubicBezTo>
                  <a:cubicBezTo>
                    <a:pt x="3293" y="13063"/>
                    <a:pt x="3855" y="13149"/>
                    <a:pt x="4384" y="13149"/>
                  </a:cubicBezTo>
                  <a:cubicBezTo>
                    <a:pt x="4672" y="13149"/>
                    <a:pt x="4950" y="13123"/>
                    <a:pt x="5199" y="13077"/>
                  </a:cubicBezTo>
                  <a:cubicBezTo>
                    <a:pt x="6001" y="12930"/>
                    <a:pt x="6803" y="12718"/>
                    <a:pt x="7488" y="12275"/>
                  </a:cubicBezTo>
                  <a:cubicBezTo>
                    <a:pt x="8173" y="11837"/>
                    <a:pt x="8732" y="11144"/>
                    <a:pt x="8836" y="10337"/>
                  </a:cubicBezTo>
                  <a:cubicBezTo>
                    <a:pt x="8945" y="9531"/>
                    <a:pt x="8507" y="8638"/>
                    <a:pt x="7744" y="8360"/>
                  </a:cubicBezTo>
                  <a:cubicBezTo>
                    <a:pt x="8472" y="8152"/>
                    <a:pt x="9218" y="7935"/>
                    <a:pt x="9846" y="7506"/>
                  </a:cubicBezTo>
                  <a:cubicBezTo>
                    <a:pt x="10475" y="7077"/>
                    <a:pt x="10978" y="6392"/>
                    <a:pt x="10987" y="5633"/>
                  </a:cubicBezTo>
                  <a:cubicBezTo>
                    <a:pt x="10995" y="4876"/>
                    <a:pt x="10386" y="4111"/>
                    <a:pt x="9636" y="4111"/>
                  </a:cubicBezTo>
                  <a:cubicBezTo>
                    <a:pt x="9629" y="4111"/>
                    <a:pt x="9623" y="4111"/>
                    <a:pt x="9617" y="4111"/>
                  </a:cubicBezTo>
                  <a:cubicBezTo>
                    <a:pt x="10081" y="3686"/>
                    <a:pt x="10558" y="3248"/>
                    <a:pt x="10865" y="2693"/>
                  </a:cubicBezTo>
                  <a:cubicBezTo>
                    <a:pt x="11169" y="2138"/>
                    <a:pt x="11282" y="1436"/>
                    <a:pt x="11000" y="872"/>
                  </a:cubicBezTo>
                  <a:cubicBezTo>
                    <a:pt x="10721" y="322"/>
                    <a:pt x="10095" y="0"/>
                    <a:pt x="9476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4977194" y="2471687"/>
              <a:ext cx="1091279" cy="1741545"/>
            </a:xfrm>
            <a:custGeom>
              <a:avLst/>
              <a:gdLst/>
              <a:ahLst/>
              <a:cxnLst/>
              <a:rect l="l" t="t" r="r" b="b"/>
              <a:pathLst>
                <a:path w="6651" h="10614" extrusionOk="0">
                  <a:moveTo>
                    <a:pt x="6585" y="1"/>
                  </a:moveTo>
                  <a:cubicBezTo>
                    <a:pt x="6570" y="1"/>
                    <a:pt x="6554" y="8"/>
                    <a:pt x="6545" y="24"/>
                  </a:cubicBezTo>
                  <a:cubicBezTo>
                    <a:pt x="5946" y="1000"/>
                    <a:pt x="5348" y="1971"/>
                    <a:pt x="4745" y="2942"/>
                  </a:cubicBezTo>
                  <a:cubicBezTo>
                    <a:pt x="4914" y="2361"/>
                    <a:pt x="5058" y="1776"/>
                    <a:pt x="5175" y="1182"/>
                  </a:cubicBezTo>
                  <a:cubicBezTo>
                    <a:pt x="5214" y="987"/>
                    <a:pt x="5248" y="787"/>
                    <a:pt x="5283" y="592"/>
                  </a:cubicBezTo>
                  <a:cubicBezTo>
                    <a:pt x="5288" y="558"/>
                    <a:pt x="5260" y="537"/>
                    <a:pt x="5234" y="537"/>
                  </a:cubicBezTo>
                  <a:cubicBezTo>
                    <a:pt x="5215" y="537"/>
                    <a:pt x="5196" y="549"/>
                    <a:pt x="5192" y="575"/>
                  </a:cubicBezTo>
                  <a:cubicBezTo>
                    <a:pt x="5071" y="1273"/>
                    <a:pt x="4919" y="1967"/>
                    <a:pt x="4732" y="2652"/>
                  </a:cubicBezTo>
                  <a:cubicBezTo>
                    <a:pt x="4676" y="2842"/>
                    <a:pt x="4624" y="3033"/>
                    <a:pt x="4563" y="3224"/>
                  </a:cubicBezTo>
                  <a:cubicBezTo>
                    <a:pt x="4563" y="3233"/>
                    <a:pt x="4563" y="3237"/>
                    <a:pt x="4563" y="3241"/>
                  </a:cubicBezTo>
                  <a:cubicBezTo>
                    <a:pt x="4377" y="3541"/>
                    <a:pt x="4195" y="3840"/>
                    <a:pt x="4008" y="4139"/>
                  </a:cubicBezTo>
                  <a:cubicBezTo>
                    <a:pt x="3250" y="5366"/>
                    <a:pt x="2491" y="6589"/>
                    <a:pt x="1728" y="7811"/>
                  </a:cubicBezTo>
                  <a:lnTo>
                    <a:pt x="2036" y="6350"/>
                  </a:lnTo>
                  <a:cubicBezTo>
                    <a:pt x="2153" y="5782"/>
                    <a:pt x="2270" y="5214"/>
                    <a:pt x="2391" y="4642"/>
                  </a:cubicBezTo>
                  <a:cubicBezTo>
                    <a:pt x="2456" y="4317"/>
                    <a:pt x="2525" y="3991"/>
                    <a:pt x="2591" y="3666"/>
                  </a:cubicBezTo>
                  <a:cubicBezTo>
                    <a:pt x="2598" y="3634"/>
                    <a:pt x="2571" y="3612"/>
                    <a:pt x="2544" y="3612"/>
                  </a:cubicBezTo>
                  <a:cubicBezTo>
                    <a:pt x="2524" y="3612"/>
                    <a:pt x="2505" y="3623"/>
                    <a:pt x="2499" y="3649"/>
                  </a:cubicBezTo>
                  <a:cubicBezTo>
                    <a:pt x="2378" y="4221"/>
                    <a:pt x="2261" y="4798"/>
                    <a:pt x="2140" y="5370"/>
                  </a:cubicBezTo>
                  <a:cubicBezTo>
                    <a:pt x="2023" y="5942"/>
                    <a:pt x="1905" y="6510"/>
                    <a:pt x="1784" y="7078"/>
                  </a:cubicBezTo>
                  <a:cubicBezTo>
                    <a:pt x="1719" y="7404"/>
                    <a:pt x="1650" y="7724"/>
                    <a:pt x="1585" y="8045"/>
                  </a:cubicBezTo>
                  <a:cubicBezTo>
                    <a:pt x="1541" y="8115"/>
                    <a:pt x="1502" y="8180"/>
                    <a:pt x="1459" y="8249"/>
                  </a:cubicBezTo>
                  <a:cubicBezTo>
                    <a:pt x="982" y="9017"/>
                    <a:pt x="501" y="9780"/>
                    <a:pt x="24" y="10547"/>
                  </a:cubicBezTo>
                  <a:cubicBezTo>
                    <a:pt x="0" y="10582"/>
                    <a:pt x="33" y="10614"/>
                    <a:pt x="66" y="10614"/>
                  </a:cubicBezTo>
                  <a:cubicBezTo>
                    <a:pt x="81" y="10614"/>
                    <a:pt x="96" y="10607"/>
                    <a:pt x="106" y="10590"/>
                  </a:cubicBezTo>
                  <a:cubicBezTo>
                    <a:pt x="254" y="10352"/>
                    <a:pt x="405" y="10113"/>
                    <a:pt x="553" y="9875"/>
                  </a:cubicBezTo>
                  <a:cubicBezTo>
                    <a:pt x="557" y="9875"/>
                    <a:pt x="561" y="9875"/>
                    <a:pt x="566" y="9871"/>
                  </a:cubicBezTo>
                  <a:cubicBezTo>
                    <a:pt x="1082" y="9584"/>
                    <a:pt x="1598" y="9298"/>
                    <a:pt x="2114" y="9017"/>
                  </a:cubicBezTo>
                  <a:cubicBezTo>
                    <a:pt x="2634" y="8730"/>
                    <a:pt x="3150" y="8449"/>
                    <a:pt x="3670" y="8171"/>
                  </a:cubicBezTo>
                  <a:cubicBezTo>
                    <a:pt x="3965" y="8015"/>
                    <a:pt x="4255" y="7863"/>
                    <a:pt x="4550" y="7707"/>
                  </a:cubicBezTo>
                  <a:cubicBezTo>
                    <a:pt x="4594" y="7682"/>
                    <a:pt x="4564" y="7622"/>
                    <a:pt x="4522" y="7622"/>
                  </a:cubicBezTo>
                  <a:cubicBezTo>
                    <a:pt x="4515" y="7622"/>
                    <a:pt x="4506" y="7624"/>
                    <a:pt x="4498" y="7629"/>
                  </a:cubicBezTo>
                  <a:cubicBezTo>
                    <a:pt x="3978" y="7902"/>
                    <a:pt x="3453" y="8180"/>
                    <a:pt x="2937" y="8462"/>
                  </a:cubicBezTo>
                  <a:cubicBezTo>
                    <a:pt x="2417" y="8739"/>
                    <a:pt x="1901" y="9025"/>
                    <a:pt x="1385" y="9307"/>
                  </a:cubicBezTo>
                  <a:cubicBezTo>
                    <a:pt x="1138" y="9441"/>
                    <a:pt x="895" y="9580"/>
                    <a:pt x="652" y="9715"/>
                  </a:cubicBezTo>
                  <a:cubicBezTo>
                    <a:pt x="991" y="9177"/>
                    <a:pt x="1329" y="8635"/>
                    <a:pt x="1663" y="8093"/>
                  </a:cubicBezTo>
                  <a:cubicBezTo>
                    <a:pt x="1667" y="8093"/>
                    <a:pt x="1667" y="8089"/>
                    <a:pt x="1667" y="8089"/>
                  </a:cubicBezTo>
                  <a:cubicBezTo>
                    <a:pt x="2001" y="7555"/>
                    <a:pt x="2330" y="7022"/>
                    <a:pt x="2664" y="6489"/>
                  </a:cubicBezTo>
                  <a:cubicBezTo>
                    <a:pt x="2911" y="6090"/>
                    <a:pt x="3159" y="5691"/>
                    <a:pt x="3406" y="5288"/>
                  </a:cubicBezTo>
                  <a:cubicBezTo>
                    <a:pt x="3410" y="5288"/>
                    <a:pt x="3414" y="5288"/>
                    <a:pt x="3419" y="5283"/>
                  </a:cubicBezTo>
                  <a:cubicBezTo>
                    <a:pt x="3813" y="4997"/>
                    <a:pt x="4212" y="4720"/>
                    <a:pt x="4620" y="4451"/>
                  </a:cubicBezTo>
                  <a:cubicBezTo>
                    <a:pt x="5032" y="4182"/>
                    <a:pt x="5448" y="3922"/>
                    <a:pt x="5873" y="3671"/>
                  </a:cubicBezTo>
                  <a:cubicBezTo>
                    <a:pt x="6107" y="3532"/>
                    <a:pt x="6345" y="3397"/>
                    <a:pt x="6584" y="3267"/>
                  </a:cubicBezTo>
                  <a:cubicBezTo>
                    <a:pt x="6628" y="3242"/>
                    <a:pt x="6601" y="3182"/>
                    <a:pt x="6557" y="3182"/>
                  </a:cubicBezTo>
                  <a:cubicBezTo>
                    <a:pt x="6549" y="3182"/>
                    <a:pt x="6541" y="3185"/>
                    <a:pt x="6532" y="3189"/>
                  </a:cubicBezTo>
                  <a:cubicBezTo>
                    <a:pt x="6107" y="3423"/>
                    <a:pt x="5682" y="3671"/>
                    <a:pt x="5270" y="3926"/>
                  </a:cubicBezTo>
                  <a:cubicBezTo>
                    <a:pt x="4849" y="4182"/>
                    <a:pt x="4438" y="4451"/>
                    <a:pt x="4034" y="4733"/>
                  </a:cubicBezTo>
                  <a:cubicBezTo>
                    <a:pt x="3865" y="4846"/>
                    <a:pt x="3700" y="4963"/>
                    <a:pt x="3536" y="5084"/>
                  </a:cubicBezTo>
                  <a:cubicBezTo>
                    <a:pt x="4095" y="4182"/>
                    <a:pt x="4650" y="3280"/>
                    <a:pt x="5205" y="2379"/>
                  </a:cubicBezTo>
                  <a:cubicBezTo>
                    <a:pt x="5682" y="1607"/>
                    <a:pt x="6154" y="839"/>
                    <a:pt x="6627" y="68"/>
                  </a:cubicBezTo>
                  <a:cubicBezTo>
                    <a:pt x="6651" y="32"/>
                    <a:pt x="6618" y="1"/>
                    <a:pt x="6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3487852" y="1579916"/>
              <a:ext cx="868790" cy="1144622"/>
            </a:xfrm>
            <a:custGeom>
              <a:avLst/>
              <a:gdLst/>
              <a:ahLst/>
              <a:cxnLst/>
              <a:rect l="l" t="t" r="r" b="b"/>
              <a:pathLst>
                <a:path w="5295" h="6976" extrusionOk="0">
                  <a:moveTo>
                    <a:pt x="989" y="0"/>
                  </a:moveTo>
                  <a:cubicBezTo>
                    <a:pt x="648" y="0"/>
                    <a:pt x="332" y="253"/>
                    <a:pt x="213" y="573"/>
                  </a:cubicBezTo>
                  <a:cubicBezTo>
                    <a:pt x="87" y="898"/>
                    <a:pt x="143" y="1271"/>
                    <a:pt x="304" y="1579"/>
                  </a:cubicBezTo>
                  <a:cubicBezTo>
                    <a:pt x="468" y="1887"/>
                    <a:pt x="729" y="2134"/>
                    <a:pt x="1015" y="2329"/>
                  </a:cubicBezTo>
                  <a:cubicBezTo>
                    <a:pt x="772" y="2420"/>
                    <a:pt x="503" y="2472"/>
                    <a:pt x="308" y="2641"/>
                  </a:cubicBezTo>
                  <a:cubicBezTo>
                    <a:pt x="87" y="2832"/>
                    <a:pt x="0" y="3148"/>
                    <a:pt x="39" y="3439"/>
                  </a:cubicBezTo>
                  <a:cubicBezTo>
                    <a:pt x="78" y="3725"/>
                    <a:pt x="230" y="3989"/>
                    <a:pt x="425" y="4211"/>
                  </a:cubicBezTo>
                  <a:cubicBezTo>
                    <a:pt x="772" y="4605"/>
                    <a:pt x="1253" y="4883"/>
                    <a:pt x="1773" y="4982"/>
                  </a:cubicBezTo>
                  <a:cubicBezTo>
                    <a:pt x="1544" y="5169"/>
                    <a:pt x="1327" y="5407"/>
                    <a:pt x="1279" y="5698"/>
                  </a:cubicBezTo>
                  <a:cubicBezTo>
                    <a:pt x="1236" y="5980"/>
                    <a:pt x="1357" y="6266"/>
                    <a:pt x="1557" y="6469"/>
                  </a:cubicBezTo>
                  <a:cubicBezTo>
                    <a:pt x="1756" y="6673"/>
                    <a:pt x="2021" y="6799"/>
                    <a:pt x="2289" y="6881"/>
                  </a:cubicBezTo>
                  <a:cubicBezTo>
                    <a:pt x="2514" y="6948"/>
                    <a:pt x="2732" y="6975"/>
                    <a:pt x="2951" y="6975"/>
                  </a:cubicBezTo>
                  <a:cubicBezTo>
                    <a:pt x="3133" y="6975"/>
                    <a:pt x="3317" y="6956"/>
                    <a:pt x="3508" y="6925"/>
                  </a:cubicBezTo>
                  <a:cubicBezTo>
                    <a:pt x="3733" y="6890"/>
                    <a:pt x="4145" y="6717"/>
                    <a:pt x="4414" y="6474"/>
                  </a:cubicBezTo>
                  <a:cubicBezTo>
                    <a:pt x="4726" y="6222"/>
                    <a:pt x="4965" y="5810"/>
                    <a:pt x="5073" y="5464"/>
                  </a:cubicBezTo>
                  <a:cubicBezTo>
                    <a:pt x="5199" y="5073"/>
                    <a:pt x="5294" y="4666"/>
                    <a:pt x="5259" y="4254"/>
                  </a:cubicBezTo>
                  <a:cubicBezTo>
                    <a:pt x="5225" y="3846"/>
                    <a:pt x="5047" y="3434"/>
                    <a:pt x="4713" y="3196"/>
                  </a:cubicBezTo>
                  <a:cubicBezTo>
                    <a:pt x="4547" y="3077"/>
                    <a:pt x="4339" y="3013"/>
                    <a:pt x="4134" y="3013"/>
                  </a:cubicBezTo>
                  <a:cubicBezTo>
                    <a:pt x="3928" y="3013"/>
                    <a:pt x="3725" y="3078"/>
                    <a:pt x="3573" y="3218"/>
                  </a:cubicBezTo>
                  <a:cubicBezTo>
                    <a:pt x="3655" y="2845"/>
                    <a:pt x="3733" y="2459"/>
                    <a:pt x="3690" y="2077"/>
                  </a:cubicBezTo>
                  <a:cubicBezTo>
                    <a:pt x="3646" y="1696"/>
                    <a:pt x="3460" y="1310"/>
                    <a:pt x="3122" y="1128"/>
                  </a:cubicBezTo>
                  <a:cubicBezTo>
                    <a:pt x="3009" y="1066"/>
                    <a:pt x="2878" y="1036"/>
                    <a:pt x="2748" y="1036"/>
                  </a:cubicBezTo>
                  <a:cubicBezTo>
                    <a:pt x="2493" y="1036"/>
                    <a:pt x="2239" y="1153"/>
                    <a:pt x="2125" y="1379"/>
                  </a:cubicBezTo>
                  <a:cubicBezTo>
                    <a:pt x="2042" y="1072"/>
                    <a:pt x="1960" y="755"/>
                    <a:pt x="1786" y="491"/>
                  </a:cubicBezTo>
                  <a:cubicBezTo>
                    <a:pt x="1609" y="222"/>
                    <a:pt x="1327" y="5"/>
                    <a:pt x="1006" y="1"/>
                  </a:cubicBezTo>
                  <a:cubicBezTo>
                    <a:pt x="1000" y="0"/>
                    <a:pt x="995" y="0"/>
                    <a:pt x="9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3633718" y="1750394"/>
              <a:ext cx="540799" cy="892923"/>
            </a:xfrm>
            <a:custGeom>
              <a:avLst/>
              <a:gdLst/>
              <a:ahLst/>
              <a:cxnLst/>
              <a:rect l="l" t="t" r="r" b="b"/>
              <a:pathLst>
                <a:path w="3296" h="5442" extrusionOk="0">
                  <a:moveTo>
                    <a:pt x="120" y="1"/>
                  </a:moveTo>
                  <a:cubicBezTo>
                    <a:pt x="104" y="1"/>
                    <a:pt x="86" y="22"/>
                    <a:pt x="95" y="41"/>
                  </a:cubicBezTo>
                  <a:cubicBezTo>
                    <a:pt x="390" y="535"/>
                    <a:pt x="681" y="1034"/>
                    <a:pt x="971" y="1528"/>
                  </a:cubicBezTo>
                  <a:cubicBezTo>
                    <a:pt x="754" y="1320"/>
                    <a:pt x="525" y="1116"/>
                    <a:pt x="286" y="921"/>
                  </a:cubicBezTo>
                  <a:cubicBezTo>
                    <a:pt x="208" y="861"/>
                    <a:pt x="130" y="796"/>
                    <a:pt x="52" y="735"/>
                  </a:cubicBezTo>
                  <a:cubicBezTo>
                    <a:pt x="47" y="732"/>
                    <a:pt x="42" y="730"/>
                    <a:pt x="37" y="730"/>
                  </a:cubicBezTo>
                  <a:cubicBezTo>
                    <a:pt x="16" y="730"/>
                    <a:pt x="1" y="756"/>
                    <a:pt x="22" y="774"/>
                  </a:cubicBezTo>
                  <a:cubicBezTo>
                    <a:pt x="303" y="991"/>
                    <a:pt x="577" y="1225"/>
                    <a:pt x="837" y="1468"/>
                  </a:cubicBezTo>
                  <a:cubicBezTo>
                    <a:pt x="910" y="1537"/>
                    <a:pt x="984" y="1606"/>
                    <a:pt x="1054" y="1676"/>
                  </a:cubicBezTo>
                  <a:cubicBezTo>
                    <a:pt x="1058" y="1680"/>
                    <a:pt x="1058" y="1680"/>
                    <a:pt x="1062" y="1680"/>
                  </a:cubicBezTo>
                  <a:cubicBezTo>
                    <a:pt x="1153" y="1836"/>
                    <a:pt x="1240" y="1988"/>
                    <a:pt x="1331" y="2140"/>
                  </a:cubicBezTo>
                  <a:cubicBezTo>
                    <a:pt x="1700" y="2768"/>
                    <a:pt x="2064" y="3397"/>
                    <a:pt x="2428" y="4026"/>
                  </a:cubicBezTo>
                  <a:cubicBezTo>
                    <a:pt x="2237" y="3865"/>
                    <a:pt x="2042" y="3705"/>
                    <a:pt x="1851" y="3544"/>
                  </a:cubicBezTo>
                  <a:cubicBezTo>
                    <a:pt x="1626" y="3358"/>
                    <a:pt x="1400" y="3167"/>
                    <a:pt x="1175" y="2981"/>
                  </a:cubicBezTo>
                  <a:cubicBezTo>
                    <a:pt x="1045" y="2877"/>
                    <a:pt x="915" y="2768"/>
                    <a:pt x="785" y="2660"/>
                  </a:cubicBezTo>
                  <a:cubicBezTo>
                    <a:pt x="781" y="2657"/>
                    <a:pt x="776" y="2655"/>
                    <a:pt x="772" y="2655"/>
                  </a:cubicBezTo>
                  <a:cubicBezTo>
                    <a:pt x="753" y="2655"/>
                    <a:pt x="737" y="2681"/>
                    <a:pt x="754" y="2699"/>
                  </a:cubicBezTo>
                  <a:cubicBezTo>
                    <a:pt x="984" y="2885"/>
                    <a:pt x="1210" y="3076"/>
                    <a:pt x="1439" y="3267"/>
                  </a:cubicBezTo>
                  <a:cubicBezTo>
                    <a:pt x="1665" y="3453"/>
                    <a:pt x="1890" y="3640"/>
                    <a:pt x="2116" y="3826"/>
                  </a:cubicBezTo>
                  <a:cubicBezTo>
                    <a:pt x="2246" y="3935"/>
                    <a:pt x="2372" y="4039"/>
                    <a:pt x="2497" y="4143"/>
                  </a:cubicBezTo>
                  <a:cubicBezTo>
                    <a:pt x="2519" y="4177"/>
                    <a:pt x="2541" y="4212"/>
                    <a:pt x="2558" y="4247"/>
                  </a:cubicBezTo>
                  <a:cubicBezTo>
                    <a:pt x="2788" y="4641"/>
                    <a:pt x="3018" y="5036"/>
                    <a:pt x="3247" y="5430"/>
                  </a:cubicBezTo>
                  <a:cubicBezTo>
                    <a:pt x="3251" y="5438"/>
                    <a:pt x="3257" y="5441"/>
                    <a:pt x="3264" y="5441"/>
                  </a:cubicBezTo>
                  <a:cubicBezTo>
                    <a:pt x="3279" y="5441"/>
                    <a:pt x="3296" y="5423"/>
                    <a:pt x="3286" y="5404"/>
                  </a:cubicBezTo>
                  <a:cubicBezTo>
                    <a:pt x="3213" y="5283"/>
                    <a:pt x="3143" y="5157"/>
                    <a:pt x="3070" y="5036"/>
                  </a:cubicBezTo>
                  <a:cubicBezTo>
                    <a:pt x="3074" y="5036"/>
                    <a:pt x="3074" y="5032"/>
                    <a:pt x="3074" y="5027"/>
                  </a:cubicBezTo>
                  <a:cubicBezTo>
                    <a:pt x="3065" y="4732"/>
                    <a:pt x="3061" y="4433"/>
                    <a:pt x="3057" y="4138"/>
                  </a:cubicBezTo>
                  <a:cubicBezTo>
                    <a:pt x="3052" y="3839"/>
                    <a:pt x="3048" y="3540"/>
                    <a:pt x="3048" y="3245"/>
                  </a:cubicBezTo>
                  <a:cubicBezTo>
                    <a:pt x="3048" y="3076"/>
                    <a:pt x="3048" y="2911"/>
                    <a:pt x="3048" y="2742"/>
                  </a:cubicBezTo>
                  <a:cubicBezTo>
                    <a:pt x="3048" y="2728"/>
                    <a:pt x="3038" y="2722"/>
                    <a:pt x="3027" y="2722"/>
                  </a:cubicBezTo>
                  <a:cubicBezTo>
                    <a:pt x="3014" y="2722"/>
                    <a:pt x="3000" y="2730"/>
                    <a:pt x="3000" y="2747"/>
                  </a:cubicBezTo>
                  <a:cubicBezTo>
                    <a:pt x="3000" y="3046"/>
                    <a:pt x="3000" y="3341"/>
                    <a:pt x="3005" y="3640"/>
                  </a:cubicBezTo>
                  <a:cubicBezTo>
                    <a:pt x="3005" y="3939"/>
                    <a:pt x="3009" y="4234"/>
                    <a:pt x="3013" y="4533"/>
                  </a:cubicBezTo>
                  <a:cubicBezTo>
                    <a:pt x="3018" y="4672"/>
                    <a:pt x="3022" y="4810"/>
                    <a:pt x="3022" y="4954"/>
                  </a:cubicBezTo>
                  <a:cubicBezTo>
                    <a:pt x="2862" y="4676"/>
                    <a:pt x="2701" y="4399"/>
                    <a:pt x="2541" y="4121"/>
                  </a:cubicBezTo>
                  <a:cubicBezTo>
                    <a:pt x="2541" y="4117"/>
                    <a:pt x="2541" y="4117"/>
                    <a:pt x="2536" y="4117"/>
                  </a:cubicBezTo>
                  <a:cubicBezTo>
                    <a:pt x="2380" y="3844"/>
                    <a:pt x="2220" y="3570"/>
                    <a:pt x="2059" y="3297"/>
                  </a:cubicBezTo>
                  <a:cubicBezTo>
                    <a:pt x="1942" y="3089"/>
                    <a:pt x="1821" y="2885"/>
                    <a:pt x="1700" y="2682"/>
                  </a:cubicBezTo>
                  <a:cubicBezTo>
                    <a:pt x="1700" y="2677"/>
                    <a:pt x="1704" y="2677"/>
                    <a:pt x="1700" y="2677"/>
                  </a:cubicBezTo>
                  <a:cubicBezTo>
                    <a:pt x="1665" y="2430"/>
                    <a:pt x="1639" y="2187"/>
                    <a:pt x="1613" y="1945"/>
                  </a:cubicBezTo>
                  <a:cubicBezTo>
                    <a:pt x="1591" y="1697"/>
                    <a:pt x="1574" y="1450"/>
                    <a:pt x="1561" y="1199"/>
                  </a:cubicBezTo>
                  <a:cubicBezTo>
                    <a:pt x="1556" y="1064"/>
                    <a:pt x="1552" y="926"/>
                    <a:pt x="1552" y="787"/>
                  </a:cubicBezTo>
                  <a:cubicBezTo>
                    <a:pt x="1552" y="773"/>
                    <a:pt x="1542" y="766"/>
                    <a:pt x="1531" y="766"/>
                  </a:cubicBezTo>
                  <a:cubicBezTo>
                    <a:pt x="1518" y="766"/>
                    <a:pt x="1504" y="775"/>
                    <a:pt x="1504" y="791"/>
                  </a:cubicBezTo>
                  <a:cubicBezTo>
                    <a:pt x="1509" y="1038"/>
                    <a:pt x="1517" y="1286"/>
                    <a:pt x="1535" y="1528"/>
                  </a:cubicBezTo>
                  <a:cubicBezTo>
                    <a:pt x="1548" y="1775"/>
                    <a:pt x="1574" y="2023"/>
                    <a:pt x="1600" y="2270"/>
                  </a:cubicBezTo>
                  <a:cubicBezTo>
                    <a:pt x="1613" y="2374"/>
                    <a:pt x="1626" y="2474"/>
                    <a:pt x="1639" y="2578"/>
                  </a:cubicBezTo>
                  <a:cubicBezTo>
                    <a:pt x="1370" y="2114"/>
                    <a:pt x="1101" y="1654"/>
                    <a:pt x="828" y="1190"/>
                  </a:cubicBezTo>
                  <a:cubicBezTo>
                    <a:pt x="598" y="800"/>
                    <a:pt x="368" y="405"/>
                    <a:pt x="134" y="11"/>
                  </a:cubicBezTo>
                  <a:cubicBezTo>
                    <a:pt x="131" y="4"/>
                    <a:pt x="125" y="1"/>
                    <a:pt x="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2732926" y="2215887"/>
              <a:ext cx="1674083" cy="2168481"/>
            </a:xfrm>
            <a:custGeom>
              <a:avLst/>
              <a:gdLst/>
              <a:ahLst/>
              <a:cxnLst/>
              <a:rect l="l" t="t" r="r" b="b"/>
              <a:pathLst>
                <a:path w="10203" h="13216" extrusionOk="0">
                  <a:moveTo>
                    <a:pt x="1764" y="1"/>
                  </a:moveTo>
                  <a:cubicBezTo>
                    <a:pt x="1757" y="1"/>
                    <a:pt x="1750" y="1"/>
                    <a:pt x="1744" y="1"/>
                  </a:cubicBezTo>
                  <a:cubicBezTo>
                    <a:pt x="1076" y="5"/>
                    <a:pt x="478" y="512"/>
                    <a:pt x="257" y="1137"/>
                  </a:cubicBezTo>
                  <a:cubicBezTo>
                    <a:pt x="40" y="1765"/>
                    <a:pt x="166" y="2481"/>
                    <a:pt x="495" y="3057"/>
                  </a:cubicBezTo>
                  <a:cubicBezTo>
                    <a:pt x="825" y="3634"/>
                    <a:pt x="1341" y="4089"/>
                    <a:pt x="1900" y="4449"/>
                  </a:cubicBezTo>
                  <a:cubicBezTo>
                    <a:pt x="1440" y="4640"/>
                    <a:pt x="929" y="4753"/>
                    <a:pt x="560" y="5087"/>
                  </a:cubicBezTo>
                  <a:cubicBezTo>
                    <a:pt x="148" y="5464"/>
                    <a:pt x="1" y="6075"/>
                    <a:pt x="92" y="6621"/>
                  </a:cubicBezTo>
                  <a:cubicBezTo>
                    <a:pt x="187" y="7172"/>
                    <a:pt x="495" y="7666"/>
                    <a:pt x="872" y="8074"/>
                  </a:cubicBezTo>
                  <a:cubicBezTo>
                    <a:pt x="1557" y="8815"/>
                    <a:pt x="2498" y="9318"/>
                    <a:pt x="3495" y="9474"/>
                  </a:cubicBezTo>
                  <a:cubicBezTo>
                    <a:pt x="3066" y="9843"/>
                    <a:pt x="2672" y="10311"/>
                    <a:pt x="2598" y="10870"/>
                  </a:cubicBezTo>
                  <a:cubicBezTo>
                    <a:pt x="2529" y="11408"/>
                    <a:pt x="2780" y="11954"/>
                    <a:pt x="3170" y="12331"/>
                  </a:cubicBezTo>
                  <a:cubicBezTo>
                    <a:pt x="3561" y="12704"/>
                    <a:pt x="4072" y="12930"/>
                    <a:pt x="4597" y="13069"/>
                  </a:cubicBezTo>
                  <a:cubicBezTo>
                    <a:pt x="4982" y="13172"/>
                    <a:pt x="5353" y="13216"/>
                    <a:pt x="5725" y="13216"/>
                  </a:cubicBezTo>
                  <a:cubicBezTo>
                    <a:pt x="6119" y="13216"/>
                    <a:pt x="6514" y="13166"/>
                    <a:pt x="6929" y="13086"/>
                  </a:cubicBezTo>
                  <a:cubicBezTo>
                    <a:pt x="7350" y="13004"/>
                    <a:pt x="8126" y="12652"/>
                    <a:pt x="8633" y="12175"/>
                  </a:cubicBezTo>
                  <a:cubicBezTo>
                    <a:pt x="9214" y="11672"/>
                    <a:pt x="9644" y="10875"/>
                    <a:pt x="9834" y="10203"/>
                  </a:cubicBezTo>
                  <a:cubicBezTo>
                    <a:pt x="10042" y="9448"/>
                    <a:pt x="10203" y="8663"/>
                    <a:pt x="10116" y="7883"/>
                  </a:cubicBezTo>
                  <a:cubicBezTo>
                    <a:pt x="10025" y="7107"/>
                    <a:pt x="9661" y="6327"/>
                    <a:pt x="9011" y="5893"/>
                  </a:cubicBezTo>
                  <a:cubicBezTo>
                    <a:pt x="8701" y="5688"/>
                    <a:pt x="8323" y="5579"/>
                    <a:pt x="7951" y="5579"/>
                  </a:cubicBezTo>
                  <a:cubicBezTo>
                    <a:pt x="7538" y="5579"/>
                    <a:pt x="7133" y="5714"/>
                    <a:pt x="6838" y="6001"/>
                  </a:cubicBezTo>
                  <a:lnTo>
                    <a:pt x="6838" y="6001"/>
                  </a:lnTo>
                  <a:cubicBezTo>
                    <a:pt x="6964" y="5277"/>
                    <a:pt x="7094" y="4545"/>
                    <a:pt x="6990" y="3816"/>
                  </a:cubicBezTo>
                  <a:cubicBezTo>
                    <a:pt x="6886" y="3092"/>
                    <a:pt x="6509" y="2364"/>
                    <a:pt x="5854" y="2034"/>
                  </a:cubicBezTo>
                  <a:cubicBezTo>
                    <a:pt x="5647" y="1930"/>
                    <a:pt x="5413" y="1879"/>
                    <a:pt x="5179" y="1879"/>
                  </a:cubicBezTo>
                  <a:cubicBezTo>
                    <a:pt x="4673" y="1879"/>
                    <a:pt x="4170" y="2118"/>
                    <a:pt x="3959" y="2572"/>
                  </a:cubicBezTo>
                  <a:cubicBezTo>
                    <a:pt x="3786" y="1986"/>
                    <a:pt x="3608" y="1388"/>
                    <a:pt x="3261" y="890"/>
                  </a:cubicBezTo>
                  <a:cubicBezTo>
                    <a:pt x="2914" y="392"/>
                    <a:pt x="2367" y="1"/>
                    <a:pt x="17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2999882" y="2542241"/>
              <a:ext cx="1077169" cy="1675585"/>
            </a:xfrm>
            <a:custGeom>
              <a:avLst/>
              <a:gdLst/>
              <a:ahLst/>
              <a:cxnLst/>
              <a:rect l="l" t="t" r="r" b="b"/>
              <a:pathLst>
                <a:path w="6565" h="10212" extrusionOk="0">
                  <a:moveTo>
                    <a:pt x="180" y="0"/>
                  </a:moveTo>
                  <a:cubicBezTo>
                    <a:pt x="149" y="0"/>
                    <a:pt x="117" y="38"/>
                    <a:pt x="139" y="76"/>
                  </a:cubicBezTo>
                  <a:cubicBezTo>
                    <a:pt x="728" y="1003"/>
                    <a:pt x="1314" y="1936"/>
                    <a:pt x="1899" y="2872"/>
                  </a:cubicBezTo>
                  <a:cubicBezTo>
                    <a:pt x="1470" y="2478"/>
                    <a:pt x="1019" y="2105"/>
                    <a:pt x="559" y="1749"/>
                  </a:cubicBezTo>
                  <a:cubicBezTo>
                    <a:pt x="403" y="1632"/>
                    <a:pt x="251" y="1519"/>
                    <a:pt x="95" y="1407"/>
                  </a:cubicBezTo>
                  <a:cubicBezTo>
                    <a:pt x="86" y="1400"/>
                    <a:pt x="77" y="1397"/>
                    <a:pt x="68" y="1397"/>
                  </a:cubicBezTo>
                  <a:cubicBezTo>
                    <a:pt x="30" y="1397"/>
                    <a:pt x="0" y="1448"/>
                    <a:pt x="39" y="1476"/>
                  </a:cubicBezTo>
                  <a:cubicBezTo>
                    <a:pt x="594" y="1879"/>
                    <a:pt x="1127" y="2308"/>
                    <a:pt x="1639" y="2759"/>
                  </a:cubicBezTo>
                  <a:cubicBezTo>
                    <a:pt x="1782" y="2885"/>
                    <a:pt x="1925" y="3015"/>
                    <a:pt x="2068" y="3150"/>
                  </a:cubicBezTo>
                  <a:cubicBezTo>
                    <a:pt x="2072" y="3150"/>
                    <a:pt x="2072" y="3154"/>
                    <a:pt x="2077" y="3154"/>
                  </a:cubicBezTo>
                  <a:cubicBezTo>
                    <a:pt x="2259" y="3440"/>
                    <a:pt x="2441" y="3731"/>
                    <a:pt x="2619" y="4017"/>
                  </a:cubicBezTo>
                  <a:cubicBezTo>
                    <a:pt x="3356" y="5196"/>
                    <a:pt x="4093" y="6371"/>
                    <a:pt x="4825" y="7550"/>
                  </a:cubicBezTo>
                  <a:cubicBezTo>
                    <a:pt x="4448" y="7255"/>
                    <a:pt x="4071" y="6961"/>
                    <a:pt x="3694" y="6666"/>
                  </a:cubicBezTo>
                  <a:cubicBezTo>
                    <a:pt x="3252" y="6323"/>
                    <a:pt x="2809" y="5976"/>
                    <a:pt x="2367" y="5634"/>
                  </a:cubicBezTo>
                  <a:cubicBezTo>
                    <a:pt x="2116" y="5434"/>
                    <a:pt x="1864" y="5239"/>
                    <a:pt x="1608" y="5040"/>
                  </a:cubicBezTo>
                  <a:cubicBezTo>
                    <a:pt x="1600" y="5034"/>
                    <a:pt x="1592" y="5031"/>
                    <a:pt x="1584" y="5031"/>
                  </a:cubicBezTo>
                  <a:cubicBezTo>
                    <a:pt x="1548" y="5031"/>
                    <a:pt x="1517" y="5085"/>
                    <a:pt x="1552" y="5114"/>
                  </a:cubicBezTo>
                  <a:lnTo>
                    <a:pt x="2892" y="6159"/>
                  </a:lnTo>
                  <a:cubicBezTo>
                    <a:pt x="3334" y="6501"/>
                    <a:pt x="3776" y="6848"/>
                    <a:pt x="4218" y="7190"/>
                  </a:cubicBezTo>
                  <a:cubicBezTo>
                    <a:pt x="4470" y="7386"/>
                    <a:pt x="4717" y="7581"/>
                    <a:pt x="4969" y="7776"/>
                  </a:cubicBezTo>
                  <a:cubicBezTo>
                    <a:pt x="5008" y="7841"/>
                    <a:pt x="5047" y="7906"/>
                    <a:pt x="5090" y="7971"/>
                  </a:cubicBezTo>
                  <a:cubicBezTo>
                    <a:pt x="5550" y="8708"/>
                    <a:pt x="6009" y="9449"/>
                    <a:pt x="6469" y="10191"/>
                  </a:cubicBezTo>
                  <a:cubicBezTo>
                    <a:pt x="6477" y="10205"/>
                    <a:pt x="6489" y="10212"/>
                    <a:pt x="6502" y="10212"/>
                  </a:cubicBezTo>
                  <a:cubicBezTo>
                    <a:pt x="6532" y="10212"/>
                    <a:pt x="6564" y="10173"/>
                    <a:pt x="6542" y="10139"/>
                  </a:cubicBezTo>
                  <a:cubicBezTo>
                    <a:pt x="6399" y="9909"/>
                    <a:pt x="6256" y="9675"/>
                    <a:pt x="6113" y="9445"/>
                  </a:cubicBezTo>
                  <a:cubicBezTo>
                    <a:pt x="6113" y="9441"/>
                    <a:pt x="6113" y="9436"/>
                    <a:pt x="6113" y="9432"/>
                  </a:cubicBezTo>
                  <a:cubicBezTo>
                    <a:pt x="6083" y="8864"/>
                    <a:pt x="6057" y="8296"/>
                    <a:pt x="6031" y="7728"/>
                  </a:cubicBezTo>
                  <a:cubicBezTo>
                    <a:pt x="6005" y="7160"/>
                    <a:pt x="5983" y="6592"/>
                    <a:pt x="5966" y="6024"/>
                  </a:cubicBezTo>
                  <a:cubicBezTo>
                    <a:pt x="5953" y="5708"/>
                    <a:pt x="5944" y="5387"/>
                    <a:pt x="5935" y="5066"/>
                  </a:cubicBezTo>
                  <a:cubicBezTo>
                    <a:pt x="5935" y="5040"/>
                    <a:pt x="5917" y="5028"/>
                    <a:pt x="5896" y="5028"/>
                  </a:cubicBezTo>
                  <a:cubicBezTo>
                    <a:pt x="5872" y="5028"/>
                    <a:pt x="5844" y="5046"/>
                    <a:pt x="5844" y="5079"/>
                  </a:cubicBezTo>
                  <a:cubicBezTo>
                    <a:pt x="5862" y="5647"/>
                    <a:pt x="5879" y="6215"/>
                    <a:pt x="5901" y="6783"/>
                  </a:cubicBezTo>
                  <a:cubicBezTo>
                    <a:pt x="5922" y="7351"/>
                    <a:pt x="5948" y="7919"/>
                    <a:pt x="5974" y="8487"/>
                  </a:cubicBezTo>
                  <a:cubicBezTo>
                    <a:pt x="5987" y="8756"/>
                    <a:pt x="6000" y="9024"/>
                    <a:pt x="6013" y="9289"/>
                  </a:cubicBezTo>
                  <a:cubicBezTo>
                    <a:pt x="5693" y="8769"/>
                    <a:pt x="5367" y="8248"/>
                    <a:pt x="5042" y="7728"/>
                  </a:cubicBezTo>
                  <a:cubicBezTo>
                    <a:pt x="5042" y="7724"/>
                    <a:pt x="5042" y="7724"/>
                    <a:pt x="5042" y="7719"/>
                  </a:cubicBezTo>
                  <a:cubicBezTo>
                    <a:pt x="4721" y="7208"/>
                    <a:pt x="4401" y="6692"/>
                    <a:pt x="4080" y="6180"/>
                  </a:cubicBezTo>
                  <a:cubicBezTo>
                    <a:pt x="3841" y="5794"/>
                    <a:pt x="3598" y="5413"/>
                    <a:pt x="3360" y="5027"/>
                  </a:cubicBezTo>
                  <a:cubicBezTo>
                    <a:pt x="3360" y="5023"/>
                    <a:pt x="3360" y="5018"/>
                    <a:pt x="3360" y="5014"/>
                  </a:cubicBezTo>
                  <a:cubicBezTo>
                    <a:pt x="3278" y="4554"/>
                    <a:pt x="3208" y="4086"/>
                    <a:pt x="3148" y="3622"/>
                  </a:cubicBezTo>
                  <a:cubicBezTo>
                    <a:pt x="3091" y="3150"/>
                    <a:pt x="3043" y="2677"/>
                    <a:pt x="3009" y="2209"/>
                  </a:cubicBezTo>
                  <a:cubicBezTo>
                    <a:pt x="2987" y="1944"/>
                    <a:pt x="2974" y="1680"/>
                    <a:pt x="2961" y="1420"/>
                  </a:cubicBezTo>
                  <a:cubicBezTo>
                    <a:pt x="2959" y="1392"/>
                    <a:pt x="2940" y="1380"/>
                    <a:pt x="2920" y="1380"/>
                  </a:cubicBezTo>
                  <a:cubicBezTo>
                    <a:pt x="2896" y="1380"/>
                    <a:pt x="2870" y="1397"/>
                    <a:pt x="2870" y="1428"/>
                  </a:cubicBezTo>
                  <a:cubicBezTo>
                    <a:pt x="2892" y="1901"/>
                    <a:pt x="2926" y="2369"/>
                    <a:pt x="2970" y="2837"/>
                  </a:cubicBezTo>
                  <a:cubicBezTo>
                    <a:pt x="3017" y="3310"/>
                    <a:pt x="3074" y="3778"/>
                    <a:pt x="3143" y="4246"/>
                  </a:cubicBezTo>
                  <a:cubicBezTo>
                    <a:pt x="3169" y="4442"/>
                    <a:pt x="3204" y="4637"/>
                    <a:pt x="3234" y="4827"/>
                  </a:cubicBezTo>
                  <a:cubicBezTo>
                    <a:pt x="2692" y="3965"/>
                    <a:pt x="2150" y="3098"/>
                    <a:pt x="1608" y="2230"/>
                  </a:cubicBezTo>
                  <a:cubicBezTo>
                    <a:pt x="1140" y="1493"/>
                    <a:pt x="676" y="756"/>
                    <a:pt x="212" y="19"/>
                  </a:cubicBezTo>
                  <a:cubicBezTo>
                    <a:pt x="204" y="6"/>
                    <a:pt x="192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4092517" y="2219298"/>
              <a:ext cx="518100" cy="51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4712889" y="2219298"/>
              <a:ext cx="518100" cy="51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4092517" y="2788006"/>
              <a:ext cx="518100" cy="51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4712889" y="2788006"/>
              <a:ext cx="518100" cy="51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3921019" y="3354105"/>
              <a:ext cx="12306" cy="14439"/>
            </a:xfrm>
            <a:custGeom>
              <a:avLst/>
              <a:gdLst/>
              <a:ahLst/>
              <a:cxnLst/>
              <a:rect l="l" t="t" r="r" b="b"/>
              <a:pathLst>
                <a:path w="75" h="88" extrusionOk="0">
                  <a:moveTo>
                    <a:pt x="27" y="1"/>
                  </a:moveTo>
                  <a:cubicBezTo>
                    <a:pt x="22" y="5"/>
                    <a:pt x="14" y="5"/>
                    <a:pt x="9" y="14"/>
                  </a:cubicBezTo>
                  <a:cubicBezTo>
                    <a:pt x="9" y="14"/>
                    <a:pt x="9" y="18"/>
                    <a:pt x="5" y="18"/>
                  </a:cubicBezTo>
                  <a:cubicBezTo>
                    <a:pt x="1" y="27"/>
                    <a:pt x="1" y="31"/>
                    <a:pt x="1" y="40"/>
                  </a:cubicBezTo>
                  <a:lnTo>
                    <a:pt x="1" y="49"/>
                  </a:lnTo>
                  <a:cubicBezTo>
                    <a:pt x="1" y="53"/>
                    <a:pt x="1" y="57"/>
                    <a:pt x="5" y="62"/>
                  </a:cubicBezTo>
                  <a:cubicBezTo>
                    <a:pt x="5" y="66"/>
                    <a:pt x="9" y="70"/>
                    <a:pt x="9" y="75"/>
                  </a:cubicBezTo>
                  <a:cubicBezTo>
                    <a:pt x="14" y="79"/>
                    <a:pt x="18" y="79"/>
                    <a:pt x="22" y="83"/>
                  </a:cubicBezTo>
                  <a:cubicBezTo>
                    <a:pt x="27" y="83"/>
                    <a:pt x="31" y="88"/>
                    <a:pt x="35" y="88"/>
                  </a:cubicBezTo>
                  <a:lnTo>
                    <a:pt x="48" y="83"/>
                  </a:lnTo>
                  <a:cubicBezTo>
                    <a:pt x="53" y="83"/>
                    <a:pt x="57" y="79"/>
                    <a:pt x="61" y="75"/>
                  </a:cubicBezTo>
                  <a:cubicBezTo>
                    <a:pt x="66" y="70"/>
                    <a:pt x="66" y="70"/>
                    <a:pt x="70" y="66"/>
                  </a:cubicBezTo>
                  <a:cubicBezTo>
                    <a:pt x="74" y="62"/>
                    <a:pt x="74" y="57"/>
                    <a:pt x="74" y="49"/>
                  </a:cubicBezTo>
                  <a:lnTo>
                    <a:pt x="74" y="40"/>
                  </a:lnTo>
                  <a:cubicBezTo>
                    <a:pt x="74" y="31"/>
                    <a:pt x="74" y="27"/>
                    <a:pt x="70" y="23"/>
                  </a:cubicBezTo>
                  <a:cubicBezTo>
                    <a:pt x="70" y="18"/>
                    <a:pt x="66" y="14"/>
                    <a:pt x="61" y="14"/>
                  </a:cubicBezTo>
                  <a:cubicBezTo>
                    <a:pt x="61" y="10"/>
                    <a:pt x="57" y="5"/>
                    <a:pt x="53" y="5"/>
                  </a:cubicBezTo>
                  <a:cubicBezTo>
                    <a:pt x="48" y="1"/>
                    <a:pt x="44" y="1"/>
                    <a:pt x="35" y="1"/>
                  </a:cubicBezTo>
                  <a:close/>
                </a:path>
              </a:pathLst>
            </a:custGeom>
            <a:solidFill>
              <a:srgbClr val="FED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5084173" y="1781241"/>
              <a:ext cx="65631" cy="111082"/>
            </a:xfrm>
            <a:custGeom>
              <a:avLst/>
              <a:gdLst/>
              <a:ahLst/>
              <a:cxnLst/>
              <a:rect l="l" t="t" r="r" b="b"/>
              <a:pathLst>
                <a:path w="400" h="677" extrusionOk="0">
                  <a:moveTo>
                    <a:pt x="200" y="66"/>
                  </a:moveTo>
                  <a:cubicBezTo>
                    <a:pt x="274" y="66"/>
                    <a:pt x="339" y="126"/>
                    <a:pt x="339" y="200"/>
                  </a:cubicBezTo>
                  <a:cubicBezTo>
                    <a:pt x="339" y="274"/>
                    <a:pt x="274" y="339"/>
                    <a:pt x="200" y="339"/>
                  </a:cubicBezTo>
                  <a:cubicBezTo>
                    <a:pt x="126" y="339"/>
                    <a:pt x="66" y="274"/>
                    <a:pt x="66" y="200"/>
                  </a:cubicBezTo>
                  <a:cubicBezTo>
                    <a:pt x="66" y="126"/>
                    <a:pt x="126" y="66"/>
                    <a:pt x="200" y="66"/>
                  </a:cubicBezTo>
                  <a:close/>
                  <a:moveTo>
                    <a:pt x="200" y="1"/>
                  </a:moveTo>
                  <a:cubicBezTo>
                    <a:pt x="92" y="1"/>
                    <a:pt x="0" y="92"/>
                    <a:pt x="0" y="200"/>
                  </a:cubicBezTo>
                  <a:cubicBezTo>
                    <a:pt x="0" y="308"/>
                    <a:pt x="92" y="399"/>
                    <a:pt x="200" y="399"/>
                  </a:cubicBezTo>
                  <a:cubicBezTo>
                    <a:pt x="213" y="399"/>
                    <a:pt x="222" y="395"/>
                    <a:pt x="230" y="395"/>
                  </a:cubicBezTo>
                  <a:lnTo>
                    <a:pt x="308" y="677"/>
                  </a:lnTo>
                  <a:lnTo>
                    <a:pt x="369" y="660"/>
                  </a:lnTo>
                  <a:lnTo>
                    <a:pt x="291" y="378"/>
                  </a:lnTo>
                  <a:cubicBezTo>
                    <a:pt x="356" y="343"/>
                    <a:pt x="399" y="278"/>
                    <a:pt x="399" y="200"/>
                  </a:cubicBezTo>
                  <a:cubicBezTo>
                    <a:pt x="399" y="92"/>
                    <a:pt x="308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5602825" y="1869680"/>
              <a:ext cx="336523" cy="296493"/>
            </a:xfrm>
            <a:custGeom>
              <a:avLst/>
              <a:gdLst/>
              <a:ahLst/>
              <a:cxnLst/>
              <a:rect l="l" t="t" r="r" b="b"/>
              <a:pathLst>
                <a:path w="2051" h="1807" extrusionOk="0">
                  <a:moveTo>
                    <a:pt x="1026" y="0"/>
                  </a:moveTo>
                  <a:cubicBezTo>
                    <a:pt x="911" y="0"/>
                    <a:pt x="794" y="22"/>
                    <a:pt x="681" y="69"/>
                  </a:cubicBezTo>
                  <a:cubicBezTo>
                    <a:pt x="221" y="259"/>
                    <a:pt x="0" y="788"/>
                    <a:pt x="191" y="1248"/>
                  </a:cubicBezTo>
                  <a:cubicBezTo>
                    <a:pt x="335" y="1595"/>
                    <a:pt x="673" y="1806"/>
                    <a:pt x="1027" y="1806"/>
                  </a:cubicBezTo>
                  <a:cubicBezTo>
                    <a:pt x="1142" y="1806"/>
                    <a:pt x="1258" y="1784"/>
                    <a:pt x="1370" y="1738"/>
                  </a:cubicBezTo>
                  <a:cubicBezTo>
                    <a:pt x="1834" y="1547"/>
                    <a:pt x="2051" y="1018"/>
                    <a:pt x="1860" y="559"/>
                  </a:cubicBezTo>
                  <a:cubicBezTo>
                    <a:pt x="1716" y="211"/>
                    <a:pt x="1381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5468281" y="1551530"/>
              <a:ext cx="191643" cy="169331"/>
            </a:xfrm>
            <a:custGeom>
              <a:avLst/>
              <a:gdLst/>
              <a:ahLst/>
              <a:cxnLst/>
              <a:rect l="l" t="t" r="r" b="b"/>
              <a:pathLst>
                <a:path w="1168" h="1032" extrusionOk="0">
                  <a:moveTo>
                    <a:pt x="583" y="0"/>
                  </a:moveTo>
                  <a:cubicBezTo>
                    <a:pt x="518" y="0"/>
                    <a:pt x="451" y="13"/>
                    <a:pt x="387" y="39"/>
                  </a:cubicBezTo>
                  <a:cubicBezTo>
                    <a:pt x="126" y="148"/>
                    <a:pt x="1" y="451"/>
                    <a:pt x="109" y="711"/>
                  </a:cubicBezTo>
                  <a:cubicBezTo>
                    <a:pt x="191" y="911"/>
                    <a:pt x="382" y="1032"/>
                    <a:pt x="585" y="1032"/>
                  </a:cubicBezTo>
                  <a:cubicBezTo>
                    <a:pt x="650" y="1032"/>
                    <a:pt x="717" y="1019"/>
                    <a:pt x="781" y="993"/>
                  </a:cubicBezTo>
                  <a:cubicBezTo>
                    <a:pt x="1041" y="885"/>
                    <a:pt x="1167" y="581"/>
                    <a:pt x="1059" y="321"/>
                  </a:cubicBezTo>
                  <a:cubicBezTo>
                    <a:pt x="977" y="121"/>
                    <a:pt x="786" y="0"/>
                    <a:pt x="5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5927865" y="1636195"/>
              <a:ext cx="89094" cy="78594"/>
            </a:xfrm>
            <a:custGeom>
              <a:avLst/>
              <a:gdLst/>
              <a:ahLst/>
              <a:cxnLst/>
              <a:rect l="l" t="t" r="r" b="b"/>
              <a:pathLst>
                <a:path w="543" h="479" extrusionOk="0">
                  <a:moveTo>
                    <a:pt x="272" y="1"/>
                  </a:moveTo>
                  <a:cubicBezTo>
                    <a:pt x="242" y="1"/>
                    <a:pt x="212" y="6"/>
                    <a:pt x="183" y="17"/>
                  </a:cubicBezTo>
                  <a:cubicBezTo>
                    <a:pt x="61" y="69"/>
                    <a:pt x="1" y="208"/>
                    <a:pt x="53" y="330"/>
                  </a:cubicBezTo>
                  <a:cubicBezTo>
                    <a:pt x="92" y="421"/>
                    <a:pt x="181" y="478"/>
                    <a:pt x="274" y="478"/>
                  </a:cubicBezTo>
                  <a:cubicBezTo>
                    <a:pt x="304" y="478"/>
                    <a:pt x="335" y="472"/>
                    <a:pt x="365" y="460"/>
                  </a:cubicBezTo>
                  <a:cubicBezTo>
                    <a:pt x="486" y="408"/>
                    <a:pt x="543" y="269"/>
                    <a:pt x="495" y="148"/>
                  </a:cubicBezTo>
                  <a:cubicBezTo>
                    <a:pt x="455" y="55"/>
                    <a:pt x="366" y="1"/>
                    <a:pt x="2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8" name="Google Shape;818;p23"/>
            <p:cNvGrpSpPr/>
            <p:nvPr/>
          </p:nvGrpSpPr>
          <p:grpSpPr>
            <a:xfrm>
              <a:off x="5617733" y="4199574"/>
              <a:ext cx="391601" cy="380417"/>
              <a:chOff x="5289813" y="4000177"/>
              <a:chExt cx="312806" cy="303872"/>
            </a:xfrm>
          </p:grpSpPr>
          <p:sp>
            <p:nvSpPr>
              <p:cNvPr id="819" name="Google Shape;819;p23"/>
              <p:cNvSpPr/>
              <p:nvPr/>
            </p:nvSpPr>
            <p:spPr>
              <a:xfrm>
                <a:off x="5289813" y="4168918"/>
                <a:ext cx="150203" cy="135131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031" extrusionOk="0">
                    <a:moveTo>
                      <a:pt x="575" y="1"/>
                    </a:moveTo>
                    <a:cubicBezTo>
                      <a:pt x="454" y="1"/>
                      <a:pt x="332" y="44"/>
                      <a:pt x="235" y="131"/>
                    </a:cubicBezTo>
                    <a:cubicBezTo>
                      <a:pt x="22" y="318"/>
                      <a:pt x="1" y="643"/>
                      <a:pt x="187" y="855"/>
                    </a:cubicBezTo>
                    <a:cubicBezTo>
                      <a:pt x="291" y="971"/>
                      <a:pt x="434" y="1030"/>
                      <a:pt x="578" y="1030"/>
                    </a:cubicBezTo>
                    <a:cubicBezTo>
                      <a:pt x="698" y="1030"/>
                      <a:pt x="819" y="988"/>
                      <a:pt x="916" y="903"/>
                    </a:cubicBezTo>
                    <a:cubicBezTo>
                      <a:pt x="1128" y="712"/>
                      <a:pt x="1145" y="387"/>
                      <a:pt x="959" y="175"/>
                    </a:cubicBezTo>
                    <a:cubicBezTo>
                      <a:pt x="858" y="60"/>
                      <a:pt x="717" y="1"/>
                      <a:pt x="5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3"/>
              <p:cNvSpPr/>
              <p:nvPr/>
            </p:nvSpPr>
            <p:spPr>
              <a:xfrm>
                <a:off x="5492259" y="4000177"/>
                <a:ext cx="91092" cy="8165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23" extrusionOk="0">
                    <a:moveTo>
                      <a:pt x="348" y="1"/>
                    </a:moveTo>
                    <a:cubicBezTo>
                      <a:pt x="275" y="1"/>
                      <a:pt x="202" y="26"/>
                      <a:pt x="144" y="78"/>
                    </a:cubicBezTo>
                    <a:cubicBezTo>
                      <a:pt x="14" y="190"/>
                      <a:pt x="1" y="390"/>
                      <a:pt x="114" y="516"/>
                    </a:cubicBezTo>
                    <a:cubicBezTo>
                      <a:pt x="177" y="586"/>
                      <a:pt x="264" y="623"/>
                      <a:pt x="351" y="623"/>
                    </a:cubicBezTo>
                    <a:cubicBezTo>
                      <a:pt x="424" y="623"/>
                      <a:pt x="497" y="597"/>
                      <a:pt x="556" y="546"/>
                    </a:cubicBezTo>
                    <a:cubicBezTo>
                      <a:pt x="686" y="433"/>
                      <a:pt x="694" y="234"/>
                      <a:pt x="582" y="104"/>
                    </a:cubicBezTo>
                    <a:cubicBezTo>
                      <a:pt x="521" y="36"/>
                      <a:pt x="434" y="1"/>
                      <a:pt x="3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3"/>
              <p:cNvSpPr/>
              <p:nvPr/>
            </p:nvSpPr>
            <p:spPr>
              <a:xfrm>
                <a:off x="5560546" y="4217487"/>
                <a:ext cx="42073" cy="3801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90" extrusionOk="0">
                    <a:moveTo>
                      <a:pt x="162" y="1"/>
                    </a:moveTo>
                    <a:cubicBezTo>
                      <a:pt x="128" y="1"/>
                      <a:pt x="93" y="13"/>
                      <a:pt x="65" y="37"/>
                    </a:cubicBezTo>
                    <a:cubicBezTo>
                      <a:pt x="4" y="89"/>
                      <a:pt x="0" y="180"/>
                      <a:pt x="52" y="241"/>
                    </a:cubicBezTo>
                    <a:cubicBezTo>
                      <a:pt x="80" y="273"/>
                      <a:pt x="119" y="290"/>
                      <a:pt x="159" y="290"/>
                    </a:cubicBezTo>
                    <a:cubicBezTo>
                      <a:pt x="193" y="290"/>
                      <a:pt x="228" y="278"/>
                      <a:pt x="256" y="254"/>
                    </a:cubicBezTo>
                    <a:cubicBezTo>
                      <a:pt x="317" y="202"/>
                      <a:pt x="321" y="111"/>
                      <a:pt x="269" y="50"/>
                    </a:cubicBezTo>
                    <a:cubicBezTo>
                      <a:pt x="241" y="17"/>
                      <a:pt x="202" y="1"/>
                      <a:pt x="1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2" name="Google Shape;822;p23"/>
            <p:cNvSpPr/>
            <p:nvPr/>
          </p:nvSpPr>
          <p:spPr>
            <a:xfrm>
              <a:off x="3013336" y="4666739"/>
              <a:ext cx="3324374" cy="79087"/>
            </a:xfrm>
            <a:custGeom>
              <a:avLst/>
              <a:gdLst/>
              <a:ahLst/>
              <a:cxnLst/>
              <a:rect l="l" t="t" r="r" b="b"/>
              <a:pathLst>
                <a:path w="20261" h="482" extrusionOk="0">
                  <a:moveTo>
                    <a:pt x="10128" y="0"/>
                  </a:moveTo>
                  <a:cubicBezTo>
                    <a:pt x="4535" y="0"/>
                    <a:pt x="0" y="109"/>
                    <a:pt x="0" y="239"/>
                  </a:cubicBezTo>
                  <a:cubicBezTo>
                    <a:pt x="0" y="373"/>
                    <a:pt x="4535" y="481"/>
                    <a:pt x="10128" y="481"/>
                  </a:cubicBezTo>
                  <a:cubicBezTo>
                    <a:pt x="15726" y="481"/>
                    <a:pt x="20261" y="373"/>
                    <a:pt x="20261" y="239"/>
                  </a:cubicBezTo>
                  <a:cubicBezTo>
                    <a:pt x="20261" y="109"/>
                    <a:pt x="15726" y="0"/>
                    <a:pt x="10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3"/>
            <p:cNvGrpSpPr/>
            <p:nvPr/>
          </p:nvGrpSpPr>
          <p:grpSpPr>
            <a:xfrm>
              <a:off x="3956801" y="3395486"/>
              <a:ext cx="1341219" cy="1160399"/>
              <a:chOff x="3963085" y="3357883"/>
              <a:chExt cx="1071347" cy="926910"/>
            </a:xfrm>
          </p:grpSpPr>
          <p:grpSp>
            <p:nvGrpSpPr>
              <p:cNvPr id="824" name="Google Shape;824;p23"/>
              <p:cNvGrpSpPr/>
              <p:nvPr/>
            </p:nvGrpSpPr>
            <p:grpSpPr>
              <a:xfrm>
                <a:off x="3963085" y="3357883"/>
                <a:ext cx="1071347" cy="926910"/>
                <a:chOff x="3963085" y="3357883"/>
                <a:chExt cx="1071347" cy="926910"/>
              </a:xfrm>
            </p:grpSpPr>
            <p:sp>
              <p:nvSpPr>
                <p:cNvPr id="826" name="Google Shape;826;p23"/>
                <p:cNvSpPr/>
                <p:nvPr/>
              </p:nvSpPr>
              <p:spPr>
                <a:xfrm>
                  <a:off x="4139241" y="3539736"/>
                  <a:ext cx="853643" cy="29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222" extrusionOk="0">
                      <a:moveTo>
                        <a:pt x="0" y="1"/>
                      </a:moveTo>
                      <a:lnTo>
                        <a:pt x="0" y="174"/>
                      </a:lnTo>
                      <a:lnTo>
                        <a:pt x="6508" y="222"/>
                      </a:lnTo>
                      <a:lnTo>
                        <a:pt x="6513" y="4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23"/>
                <p:cNvSpPr/>
                <p:nvPr/>
              </p:nvSpPr>
              <p:spPr>
                <a:xfrm>
                  <a:off x="4178430" y="3686863"/>
                  <a:ext cx="774085" cy="2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6" h="214" extrusionOk="0">
                      <a:moveTo>
                        <a:pt x="1" y="1"/>
                      </a:moveTo>
                      <a:lnTo>
                        <a:pt x="1" y="174"/>
                      </a:lnTo>
                      <a:lnTo>
                        <a:pt x="5902" y="213"/>
                      </a:lnTo>
                      <a:lnTo>
                        <a:pt x="5906" y="4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23"/>
                <p:cNvSpPr/>
                <p:nvPr/>
              </p:nvSpPr>
              <p:spPr>
                <a:xfrm>
                  <a:off x="4226794" y="3844275"/>
                  <a:ext cx="702522" cy="23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0" h="179" extrusionOk="0">
                      <a:moveTo>
                        <a:pt x="0" y="1"/>
                      </a:moveTo>
                      <a:lnTo>
                        <a:pt x="0" y="174"/>
                      </a:lnTo>
                      <a:lnTo>
                        <a:pt x="5359" y="178"/>
                      </a:lnTo>
                      <a:lnTo>
                        <a:pt x="5359" y="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23"/>
                <p:cNvSpPr/>
                <p:nvPr/>
              </p:nvSpPr>
              <p:spPr>
                <a:xfrm>
                  <a:off x="3963085" y="3357883"/>
                  <a:ext cx="907642" cy="814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5" h="6214" extrusionOk="0">
                      <a:moveTo>
                        <a:pt x="113" y="0"/>
                      </a:moveTo>
                      <a:cubicBezTo>
                        <a:pt x="0" y="0"/>
                        <a:pt x="0" y="178"/>
                        <a:pt x="113" y="178"/>
                      </a:cubicBezTo>
                      <a:lnTo>
                        <a:pt x="908" y="178"/>
                      </a:lnTo>
                      <a:cubicBezTo>
                        <a:pt x="957" y="364"/>
                        <a:pt x="1010" y="547"/>
                        <a:pt x="1058" y="733"/>
                      </a:cubicBezTo>
                      <a:lnTo>
                        <a:pt x="1362" y="1860"/>
                      </a:lnTo>
                      <a:cubicBezTo>
                        <a:pt x="1483" y="2311"/>
                        <a:pt x="1605" y="2758"/>
                        <a:pt x="1730" y="3209"/>
                      </a:cubicBezTo>
                      <a:cubicBezTo>
                        <a:pt x="1843" y="3629"/>
                        <a:pt x="1956" y="4050"/>
                        <a:pt x="2068" y="4466"/>
                      </a:cubicBezTo>
                      <a:cubicBezTo>
                        <a:pt x="2147" y="4748"/>
                        <a:pt x="2220" y="5030"/>
                        <a:pt x="2298" y="5312"/>
                      </a:cubicBezTo>
                      <a:cubicBezTo>
                        <a:pt x="2311" y="5368"/>
                        <a:pt x="2329" y="5424"/>
                        <a:pt x="2342" y="5481"/>
                      </a:cubicBezTo>
                      <a:cubicBezTo>
                        <a:pt x="2407" y="5715"/>
                        <a:pt x="2554" y="5923"/>
                        <a:pt x="2758" y="6057"/>
                      </a:cubicBezTo>
                      <a:cubicBezTo>
                        <a:pt x="2927" y="6166"/>
                        <a:pt x="3126" y="6213"/>
                        <a:pt x="3326" y="6213"/>
                      </a:cubicBezTo>
                      <a:lnTo>
                        <a:pt x="6812" y="6213"/>
                      </a:lnTo>
                      <a:cubicBezTo>
                        <a:pt x="6924" y="6213"/>
                        <a:pt x="6924" y="6036"/>
                        <a:pt x="6812" y="6036"/>
                      </a:cubicBezTo>
                      <a:lnTo>
                        <a:pt x="3291" y="6036"/>
                      </a:lnTo>
                      <a:cubicBezTo>
                        <a:pt x="2975" y="6036"/>
                        <a:pt x="2693" y="5849"/>
                        <a:pt x="2558" y="5567"/>
                      </a:cubicBezTo>
                      <a:cubicBezTo>
                        <a:pt x="2528" y="5502"/>
                        <a:pt x="2511" y="5429"/>
                        <a:pt x="2493" y="5364"/>
                      </a:cubicBezTo>
                      <a:cubicBezTo>
                        <a:pt x="2467" y="5273"/>
                        <a:pt x="2446" y="5177"/>
                        <a:pt x="2420" y="5086"/>
                      </a:cubicBezTo>
                      <a:cubicBezTo>
                        <a:pt x="2329" y="4761"/>
                        <a:pt x="2242" y="4436"/>
                        <a:pt x="2155" y="4106"/>
                      </a:cubicBezTo>
                      <a:cubicBezTo>
                        <a:pt x="2038" y="3673"/>
                        <a:pt x="1917" y="3235"/>
                        <a:pt x="1800" y="2801"/>
                      </a:cubicBezTo>
                      <a:cubicBezTo>
                        <a:pt x="1683" y="2363"/>
                        <a:pt x="1566" y="1925"/>
                        <a:pt x="1444" y="1487"/>
                      </a:cubicBezTo>
                      <a:cubicBezTo>
                        <a:pt x="1353" y="1149"/>
                        <a:pt x="1262" y="811"/>
                        <a:pt x="1171" y="473"/>
                      </a:cubicBezTo>
                      <a:cubicBezTo>
                        <a:pt x="1136" y="339"/>
                        <a:pt x="1097" y="200"/>
                        <a:pt x="1063" y="65"/>
                      </a:cubicBezTo>
                      <a:cubicBezTo>
                        <a:pt x="1050" y="26"/>
                        <a:pt x="1015" y="0"/>
                        <a:pt x="97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23"/>
                <p:cNvSpPr/>
                <p:nvPr/>
              </p:nvSpPr>
              <p:spPr>
                <a:xfrm>
                  <a:off x="4700082" y="4163687"/>
                  <a:ext cx="121237" cy="121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924" extrusionOk="0">
                      <a:moveTo>
                        <a:pt x="465" y="0"/>
                      </a:moveTo>
                      <a:cubicBezTo>
                        <a:pt x="209" y="0"/>
                        <a:pt x="1" y="208"/>
                        <a:pt x="1" y="460"/>
                      </a:cubicBezTo>
                      <a:cubicBezTo>
                        <a:pt x="1" y="716"/>
                        <a:pt x="209" y="924"/>
                        <a:pt x="465" y="924"/>
                      </a:cubicBezTo>
                      <a:cubicBezTo>
                        <a:pt x="716" y="924"/>
                        <a:pt x="924" y="716"/>
                        <a:pt x="924" y="460"/>
                      </a:cubicBezTo>
                      <a:cubicBezTo>
                        <a:pt x="924" y="208"/>
                        <a:pt x="716" y="0"/>
                        <a:pt x="4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23"/>
                <p:cNvSpPr/>
                <p:nvPr/>
              </p:nvSpPr>
              <p:spPr>
                <a:xfrm>
                  <a:off x="4369921" y="4163687"/>
                  <a:ext cx="120582" cy="121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" h="924" extrusionOk="0">
                      <a:moveTo>
                        <a:pt x="460" y="0"/>
                      </a:moveTo>
                      <a:cubicBezTo>
                        <a:pt x="205" y="0"/>
                        <a:pt x="1" y="204"/>
                        <a:pt x="1" y="460"/>
                      </a:cubicBezTo>
                      <a:cubicBezTo>
                        <a:pt x="1" y="716"/>
                        <a:pt x="205" y="924"/>
                        <a:pt x="460" y="924"/>
                      </a:cubicBezTo>
                      <a:cubicBezTo>
                        <a:pt x="716" y="924"/>
                        <a:pt x="920" y="716"/>
                        <a:pt x="920" y="460"/>
                      </a:cubicBezTo>
                      <a:cubicBezTo>
                        <a:pt x="920" y="208"/>
                        <a:pt x="716" y="0"/>
                        <a:pt x="4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23"/>
                <p:cNvSpPr/>
                <p:nvPr/>
              </p:nvSpPr>
              <p:spPr>
                <a:xfrm>
                  <a:off x="4731407" y="3426563"/>
                  <a:ext cx="77985" cy="55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4220" extrusionOk="0">
                      <a:moveTo>
                        <a:pt x="421" y="1"/>
                      </a:moveTo>
                      <a:lnTo>
                        <a:pt x="0" y="4202"/>
                      </a:lnTo>
                      <a:lnTo>
                        <a:pt x="169" y="4220"/>
                      </a:lnTo>
                      <a:lnTo>
                        <a:pt x="594" y="18"/>
                      </a:lnTo>
                      <a:lnTo>
                        <a:pt x="4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23"/>
                <p:cNvSpPr/>
                <p:nvPr/>
              </p:nvSpPr>
              <p:spPr>
                <a:xfrm>
                  <a:off x="4345542" y="3426563"/>
                  <a:ext cx="77330" cy="55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4220" extrusionOk="0">
                      <a:moveTo>
                        <a:pt x="174" y="1"/>
                      </a:moveTo>
                      <a:lnTo>
                        <a:pt x="0" y="18"/>
                      </a:lnTo>
                      <a:lnTo>
                        <a:pt x="421" y="4220"/>
                      </a:lnTo>
                      <a:lnTo>
                        <a:pt x="590" y="4202"/>
                      </a:lnTo>
                      <a:lnTo>
                        <a:pt x="17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23"/>
                <p:cNvSpPr/>
                <p:nvPr/>
              </p:nvSpPr>
              <p:spPr>
                <a:xfrm>
                  <a:off x="4566523" y="3427742"/>
                  <a:ext cx="22937" cy="550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4202" extrusionOk="0">
                      <a:moveTo>
                        <a:pt x="1" y="1"/>
                      </a:moveTo>
                      <a:lnTo>
                        <a:pt x="1" y="4202"/>
                      </a:lnTo>
                      <a:lnTo>
                        <a:pt x="174" y="4202"/>
                      </a:lnTo>
                      <a:lnTo>
                        <a:pt x="17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23"/>
                <p:cNvSpPr/>
                <p:nvPr/>
              </p:nvSpPr>
              <p:spPr>
                <a:xfrm>
                  <a:off x="4091532" y="3416339"/>
                  <a:ext cx="942900" cy="573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4" h="4376" extrusionOk="0">
                      <a:moveTo>
                        <a:pt x="6976" y="174"/>
                      </a:moveTo>
                      <a:lnTo>
                        <a:pt x="6122" y="4202"/>
                      </a:lnTo>
                      <a:lnTo>
                        <a:pt x="1297" y="4202"/>
                      </a:lnTo>
                      <a:lnTo>
                        <a:pt x="226" y="174"/>
                      </a:lnTo>
                      <a:close/>
                      <a:moveTo>
                        <a:pt x="0" y="1"/>
                      </a:moveTo>
                      <a:lnTo>
                        <a:pt x="1167" y="4376"/>
                      </a:lnTo>
                      <a:lnTo>
                        <a:pt x="6261" y="4376"/>
                      </a:lnTo>
                      <a:lnTo>
                        <a:pt x="719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5" name="Google Shape;835;p23"/>
              <p:cNvSpPr/>
              <p:nvPr/>
            </p:nvSpPr>
            <p:spPr>
              <a:xfrm>
                <a:off x="4742155" y="4205822"/>
                <a:ext cx="37092" cy="37092"/>
              </a:xfrm>
              <a:custGeom>
                <a:avLst/>
                <a:gdLst/>
                <a:ahLst/>
                <a:cxnLst/>
                <a:rect l="l" t="t" r="r" b="b"/>
                <a:pathLst>
                  <a:path w="283" h="283" extrusionOk="0">
                    <a:moveTo>
                      <a:pt x="144" y="0"/>
                    </a:moveTo>
                    <a:cubicBezTo>
                      <a:pt x="66" y="0"/>
                      <a:pt x="1" y="65"/>
                      <a:pt x="1" y="139"/>
                    </a:cubicBezTo>
                    <a:cubicBezTo>
                      <a:pt x="1" y="217"/>
                      <a:pt x="66" y="282"/>
                      <a:pt x="144" y="282"/>
                    </a:cubicBezTo>
                    <a:cubicBezTo>
                      <a:pt x="217" y="282"/>
                      <a:pt x="282" y="217"/>
                      <a:pt x="282" y="139"/>
                    </a:cubicBezTo>
                    <a:cubicBezTo>
                      <a:pt x="282" y="65"/>
                      <a:pt x="217" y="0"/>
                      <a:pt x="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3"/>
              <p:cNvSpPr/>
              <p:nvPr/>
            </p:nvSpPr>
            <p:spPr>
              <a:xfrm>
                <a:off x="4410814" y="4205822"/>
                <a:ext cx="36568" cy="37092"/>
              </a:xfrm>
              <a:custGeom>
                <a:avLst/>
                <a:gdLst/>
                <a:ahLst/>
                <a:cxnLst/>
                <a:rect l="l" t="t" r="r" b="b"/>
                <a:pathLst>
                  <a:path w="279" h="283" extrusionOk="0">
                    <a:moveTo>
                      <a:pt x="140" y="0"/>
                    </a:moveTo>
                    <a:cubicBezTo>
                      <a:pt x="62" y="0"/>
                      <a:pt x="1" y="61"/>
                      <a:pt x="1" y="139"/>
                    </a:cubicBezTo>
                    <a:cubicBezTo>
                      <a:pt x="1" y="217"/>
                      <a:pt x="62" y="278"/>
                      <a:pt x="140" y="282"/>
                    </a:cubicBezTo>
                    <a:cubicBezTo>
                      <a:pt x="218" y="282"/>
                      <a:pt x="278" y="217"/>
                      <a:pt x="278" y="139"/>
                    </a:cubicBezTo>
                    <a:cubicBezTo>
                      <a:pt x="278" y="61"/>
                      <a:pt x="218" y="0"/>
                      <a:pt x="1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7" name="Google Shape;837;p23"/>
            <p:cNvSpPr/>
            <p:nvPr/>
          </p:nvSpPr>
          <p:spPr>
            <a:xfrm>
              <a:off x="3363316" y="3756099"/>
              <a:ext cx="196565" cy="866014"/>
            </a:xfrm>
            <a:custGeom>
              <a:avLst/>
              <a:gdLst/>
              <a:ahLst/>
              <a:cxnLst/>
              <a:rect l="l" t="t" r="r" b="b"/>
              <a:pathLst>
                <a:path w="1198" h="5278" extrusionOk="0">
                  <a:moveTo>
                    <a:pt x="1197" y="1"/>
                  </a:moveTo>
                  <a:lnTo>
                    <a:pt x="243" y="555"/>
                  </a:lnTo>
                  <a:cubicBezTo>
                    <a:pt x="269" y="972"/>
                    <a:pt x="274" y="1392"/>
                    <a:pt x="252" y="1809"/>
                  </a:cubicBezTo>
                  <a:cubicBezTo>
                    <a:pt x="247" y="1900"/>
                    <a:pt x="243" y="1991"/>
                    <a:pt x="221" y="2077"/>
                  </a:cubicBezTo>
                  <a:cubicBezTo>
                    <a:pt x="187" y="2220"/>
                    <a:pt x="113" y="2346"/>
                    <a:pt x="74" y="2485"/>
                  </a:cubicBezTo>
                  <a:cubicBezTo>
                    <a:pt x="31" y="2628"/>
                    <a:pt x="22" y="2780"/>
                    <a:pt x="18" y="2931"/>
                  </a:cubicBezTo>
                  <a:cubicBezTo>
                    <a:pt x="0" y="3369"/>
                    <a:pt x="44" y="3643"/>
                    <a:pt x="109" y="4076"/>
                  </a:cubicBezTo>
                  <a:cubicBezTo>
                    <a:pt x="126" y="4193"/>
                    <a:pt x="130" y="4484"/>
                    <a:pt x="130" y="4605"/>
                  </a:cubicBezTo>
                  <a:cubicBezTo>
                    <a:pt x="130" y="4757"/>
                    <a:pt x="96" y="4904"/>
                    <a:pt x="26" y="5039"/>
                  </a:cubicBezTo>
                  <a:cubicBezTo>
                    <a:pt x="382" y="5086"/>
                    <a:pt x="729" y="5164"/>
                    <a:pt x="1067" y="5277"/>
                  </a:cubicBezTo>
                  <a:cubicBezTo>
                    <a:pt x="924" y="5065"/>
                    <a:pt x="768" y="4995"/>
                    <a:pt x="698" y="4748"/>
                  </a:cubicBezTo>
                  <a:cubicBezTo>
                    <a:pt x="607" y="4410"/>
                    <a:pt x="642" y="3898"/>
                    <a:pt x="668" y="3551"/>
                  </a:cubicBezTo>
                  <a:cubicBezTo>
                    <a:pt x="694" y="3222"/>
                    <a:pt x="746" y="2897"/>
                    <a:pt x="820" y="2576"/>
                  </a:cubicBezTo>
                  <a:cubicBezTo>
                    <a:pt x="876" y="2346"/>
                    <a:pt x="946" y="2121"/>
                    <a:pt x="989" y="1887"/>
                  </a:cubicBezTo>
                  <a:cubicBezTo>
                    <a:pt x="1024" y="1704"/>
                    <a:pt x="1041" y="1522"/>
                    <a:pt x="1058" y="1336"/>
                  </a:cubicBezTo>
                  <a:cubicBezTo>
                    <a:pt x="1106" y="889"/>
                    <a:pt x="1154" y="447"/>
                    <a:pt x="1197" y="1"/>
                  </a:cubicBezTo>
                  <a:close/>
                </a:path>
              </a:pathLst>
            </a:custGeom>
            <a:solidFill>
              <a:srgbClr val="FFAA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3349041" y="4529405"/>
              <a:ext cx="284674" cy="148656"/>
            </a:xfrm>
            <a:custGeom>
              <a:avLst/>
              <a:gdLst/>
              <a:ahLst/>
              <a:cxnLst/>
              <a:rect l="l" t="t" r="r" b="b"/>
              <a:pathLst>
                <a:path w="1735" h="906" extrusionOk="0">
                  <a:moveTo>
                    <a:pt x="187" y="0"/>
                  </a:moveTo>
                  <a:cubicBezTo>
                    <a:pt x="196" y="26"/>
                    <a:pt x="144" y="78"/>
                    <a:pt x="126" y="100"/>
                  </a:cubicBezTo>
                  <a:cubicBezTo>
                    <a:pt x="105" y="122"/>
                    <a:pt x="79" y="135"/>
                    <a:pt x="61" y="161"/>
                  </a:cubicBezTo>
                  <a:cubicBezTo>
                    <a:pt x="40" y="187"/>
                    <a:pt x="31" y="222"/>
                    <a:pt x="27" y="256"/>
                  </a:cubicBezTo>
                  <a:cubicBezTo>
                    <a:pt x="5" y="382"/>
                    <a:pt x="1" y="512"/>
                    <a:pt x="14" y="638"/>
                  </a:cubicBezTo>
                  <a:cubicBezTo>
                    <a:pt x="14" y="655"/>
                    <a:pt x="14" y="672"/>
                    <a:pt x="27" y="681"/>
                  </a:cubicBezTo>
                  <a:cubicBezTo>
                    <a:pt x="35" y="694"/>
                    <a:pt x="53" y="698"/>
                    <a:pt x="70" y="703"/>
                  </a:cubicBezTo>
                  <a:cubicBezTo>
                    <a:pt x="114" y="715"/>
                    <a:pt x="157" y="725"/>
                    <a:pt x="200" y="725"/>
                  </a:cubicBezTo>
                  <a:cubicBezTo>
                    <a:pt x="218" y="725"/>
                    <a:pt x="235" y="724"/>
                    <a:pt x="252" y="720"/>
                  </a:cubicBezTo>
                  <a:cubicBezTo>
                    <a:pt x="312" y="706"/>
                    <a:pt x="375" y="660"/>
                    <a:pt x="434" y="660"/>
                  </a:cubicBezTo>
                  <a:cubicBezTo>
                    <a:pt x="447" y="660"/>
                    <a:pt x="460" y="663"/>
                    <a:pt x="473" y="668"/>
                  </a:cubicBezTo>
                  <a:cubicBezTo>
                    <a:pt x="495" y="681"/>
                    <a:pt x="512" y="694"/>
                    <a:pt x="530" y="711"/>
                  </a:cubicBezTo>
                  <a:cubicBezTo>
                    <a:pt x="681" y="833"/>
                    <a:pt x="889" y="855"/>
                    <a:pt x="1085" y="868"/>
                  </a:cubicBezTo>
                  <a:cubicBezTo>
                    <a:pt x="1254" y="881"/>
                    <a:pt x="1427" y="894"/>
                    <a:pt x="1596" y="902"/>
                  </a:cubicBezTo>
                  <a:cubicBezTo>
                    <a:pt x="1609" y="904"/>
                    <a:pt x="1621" y="905"/>
                    <a:pt x="1634" y="905"/>
                  </a:cubicBezTo>
                  <a:cubicBezTo>
                    <a:pt x="1651" y="905"/>
                    <a:pt x="1668" y="903"/>
                    <a:pt x="1683" y="898"/>
                  </a:cubicBezTo>
                  <a:cubicBezTo>
                    <a:pt x="1709" y="889"/>
                    <a:pt x="1735" y="868"/>
                    <a:pt x="1735" y="837"/>
                  </a:cubicBezTo>
                  <a:cubicBezTo>
                    <a:pt x="1735" y="803"/>
                    <a:pt x="1705" y="781"/>
                    <a:pt x="1679" y="764"/>
                  </a:cubicBezTo>
                  <a:cubicBezTo>
                    <a:pt x="1566" y="681"/>
                    <a:pt x="1444" y="607"/>
                    <a:pt x="1323" y="538"/>
                  </a:cubicBezTo>
                  <a:cubicBezTo>
                    <a:pt x="1280" y="512"/>
                    <a:pt x="1236" y="490"/>
                    <a:pt x="1193" y="482"/>
                  </a:cubicBezTo>
                  <a:cubicBezTo>
                    <a:pt x="1176" y="480"/>
                    <a:pt x="1158" y="478"/>
                    <a:pt x="1141" y="478"/>
                  </a:cubicBezTo>
                  <a:cubicBezTo>
                    <a:pt x="1125" y="478"/>
                    <a:pt x="1108" y="480"/>
                    <a:pt x="1093" y="482"/>
                  </a:cubicBezTo>
                  <a:cubicBezTo>
                    <a:pt x="1081" y="483"/>
                    <a:pt x="1070" y="483"/>
                    <a:pt x="1058" y="483"/>
                  </a:cubicBezTo>
                  <a:cubicBezTo>
                    <a:pt x="909" y="483"/>
                    <a:pt x="803" y="406"/>
                    <a:pt x="638" y="317"/>
                  </a:cubicBezTo>
                  <a:cubicBezTo>
                    <a:pt x="486" y="239"/>
                    <a:pt x="295" y="126"/>
                    <a:pt x="187" y="0"/>
                  </a:cubicBezTo>
                  <a:close/>
                </a:path>
              </a:pathLst>
            </a:custGeom>
            <a:solidFill>
              <a:srgbClr val="022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2626692" y="3786333"/>
              <a:ext cx="720421" cy="305991"/>
            </a:xfrm>
            <a:custGeom>
              <a:avLst/>
              <a:gdLst/>
              <a:ahLst/>
              <a:cxnLst/>
              <a:rect l="l" t="t" r="r" b="b"/>
              <a:pathLst>
                <a:path w="4584" h="1947" extrusionOk="0">
                  <a:moveTo>
                    <a:pt x="3621" y="1"/>
                  </a:moveTo>
                  <a:cubicBezTo>
                    <a:pt x="3543" y="369"/>
                    <a:pt x="3465" y="742"/>
                    <a:pt x="3387" y="1111"/>
                  </a:cubicBezTo>
                  <a:cubicBezTo>
                    <a:pt x="3378" y="1154"/>
                    <a:pt x="3370" y="1197"/>
                    <a:pt x="3339" y="1232"/>
                  </a:cubicBezTo>
                  <a:cubicBezTo>
                    <a:pt x="3308" y="1266"/>
                    <a:pt x="3264" y="1277"/>
                    <a:pt x="3218" y="1277"/>
                  </a:cubicBezTo>
                  <a:cubicBezTo>
                    <a:pt x="3181" y="1277"/>
                    <a:pt x="3142" y="1270"/>
                    <a:pt x="3105" y="1262"/>
                  </a:cubicBezTo>
                  <a:cubicBezTo>
                    <a:pt x="2828" y="1193"/>
                    <a:pt x="2611" y="1111"/>
                    <a:pt x="2273" y="1072"/>
                  </a:cubicBezTo>
                  <a:cubicBezTo>
                    <a:pt x="2130" y="1054"/>
                    <a:pt x="1956" y="1054"/>
                    <a:pt x="1809" y="1046"/>
                  </a:cubicBezTo>
                  <a:cubicBezTo>
                    <a:pt x="1657" y="1037"/>
                    <a:pt x="1497" y="1037"/>
                    <a:pt x="1271" y="1007"/>
                  </a:cubicBezTo>
                  <a:cubicBezTo>
                    <a:pt x="1098" y="981"/>
                    <a:pt x="1050" y="1011"/>
                    <a:pt x="911" y="907"/>
                  </a:cubicBezTo>
                  <a:cubicBezTo>
                    <a:pt x="859" y="866"/>
                    <a:pt x="810" y="811"/>
                    <a:pt x="779" y="811"/>
                  </a:cubicBezTo>
                  <a:cubicBezTo>
                    <a:pt x="777" y="811"/>
                    <a:pt x="775" y="811"/>
                    <a:pt x="773" y="812"/>
                  </a:cubicBezTo>
                  <a:cubicBezTo>
                    <a:pt x="742" y="816"/>
                    <a:pt x="729" y="885"/>
                    <a:pt x="703" y="907"/>
                  </a:cubicBezTo>
                  <a:cubicBezTo>
                    <a:pt x="591" y="1024"/>
                    <a:pt x="66" y="1575"/>
                    <a:pt x="1" y="1718"/>
                  </a:cubicBezTo>
                  <a:cubicBezTo>
                    <a:pt x="245" y="1550"/>
                    <a:pt x="638" y="1491"/>
                    <a:pt x="1038" y="1491"/>
                  </a:cubicBezTo>
                  <a:cubicBezTo>
                    <a:pt x="1434" y="1491"/>
                    <a:pt x="1838" y="1549"/>
                    <a:pt x="2112" y="1618"/>
                  </a:cubicBezTo>
                  <a:cubicBezTo>
                    <a:pt x="2607" y="1739"/>
                    <a:pt x="3105" y="1848"/>
                    <a:pt x="3608" y="1934"/>
                  </a:cubicBezTo>
                  <a:cubicBezTo>
                    <a:pt x="3639" y="1941"/>
                    <a:pt x="3670" y="1947"/>
                    <a:pt x="3702" y="1947"/>
                  </a:cubicBezTo>
                  <a:cubicBezTo>
                    <a:pt x="3715" y="1947"/>
                    <a:pt x="3729" y="1946"/>
                    <a:pt x="3743" y="1943"/>
                  </a:cubicBezTo>
                  <a:cubicBezTo>
                    <a:pt x="3868" y="1921"/>
                    <a:pt x="3938" y="1787"/>
                    <a:pt x="3985" y="1670"/>
                  </a:cubicBezTo>
                  <a:cubicBezTo>
                    <a:pt x="4211" y="1124"/>
                    <a:pt x="4410" y="569"/>
                    <a:pt x="4584" y="5"/>
                  </a:cubicBezTo>
                  <a:lnTo>
                    <a:pt x="3621" y="1"/>
                  </a:lnTo>
                  <a:close/>
                </a:path>
              </a:pathLst>
            </a:custGeom>
            <a:solidFill>
              <a:srgbClr val="FFAA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3"/>
            <p:cNvSpPr/>
            <p:nvPr/>
          </p:nvSpPr>
          <p:spPr>
            <a:xfrm>
              <a:off x="2576401" y="3868999"/>
              <a:ext cx="184820" cy="259943"/>
            </a:xfrm>
            <a:custGeom>
              <a:avLst/>
              <a:gdLst/>
              <a:ahLst/>
              <a:cxnLst/>
              <a:rect l="l" t="t" r="r" b="b"/>
              <a:pathLst>
                <a:path w="1176" h="1654" extrusionOk="0">
                  <a:moveTo>
                    <a:pt x="561" y="1"/>
                  </a:moveTo>
                  <a:cubicBezTo>
                    <a:pt x="553" y="1"/>
                    <a:pt x="545" y="3"/>
                    <a:pt x="538" y="8"/>
                  </a:cubicBezTo>
                  <a:cubicBezTo>
                    <a:pt x="520" y="12"/>
                    <a:pt x="512" y="30"/>
                    <a:pt x="507" y="47"/>
                  </a:cubicBezTo>
                  <a:cubicBezTo>
                    <a:pt x="481" y="99"/>
                    <a:pt x="455" y="160"/>
                    <a:pt x="455" y="220"/>
                  </a:cubicBezTo>
                  <a:cubicBezTo>
                    <a:pt x="460" y="299"/>
                    <a:pt x="507" y="385"/>
                    <a:pt x="460" y="450"/>
                  </a:cubicBezTo>
                  <a:cubicBezTo>
                    <a:pt x="447" y="468"/>
                    <a:pt x="429" y="481"/>
                    <a:pt x="412" y="498"/>
                  </a:cubicBezTo>
                  <a:cubicBezTo>
                    <a:pt x="260" y="619"/>
                    <a:pt x="204" y="819"/>
                    <a:pt x="152" y="1010"/>
                  </a:cubicBezTo>
                  <a:cubicBezTo>
                    <a:pt x="104" y="1174"/>
                    <a:pt x="61" y="1339"/>
                    <a:pt x="17" y="1508"/>
                  </a:cubicBezTo>
                  <a:cubicBezTo>
                    <a:pt x="9" y="1534"/>
                    <a:pt x="0" y="1565"/>
                    <a:pt x="4" y="1591"/>
                  </a:cubicBezTo>
                  <a:cubicBezTo>
                    <a:pt x="9" y="1621"/>
                    <a:pt x="26" y="1647"/>
                    <a:pt x="56" y="1651"/>
                  </a:cubicBezTo>
                  <a:cubicBezTo>
                    <a:pt x="61" y="1653"/>
                    <a:pt x="66" y="1653"/>
                    <a:pt x="70" y="1653"/>
                  </a:cubicBezTo>
                  <a:cubicBezTo>
                    <a:pt x="96" y="1653"/>
                    <a:pt x="121" y="1634"/>
                    <a:pt x="139" y="1612"/>
                  </a:cubicBezTo>
                  <a:cubicBezTo>
                    <a:pt x="243" y="1517"/>
                    <a:pt x="334" y="1413"/>
                    <a:pt x="429" y="1304"/>
                  </a:cubicBezTo>
                  <a:cubicBezTo>
                    <a:pt x="460" y="1270"/>
                    <a:pt x="490" y="1235"/>
                    <a:pt x="507" y="1192"/>
                  </a:cubicBezTo>
                  <a:cubicBezTo>
                    <a:pt x="520" y="1157"/>
                    <a:pt x="525" y="1127"/>
                    <a:pt x="529" y="1092"/>
                  </a:cubicBezTo>
                  <a:cubicBezTo>
                    <a:pt x="551" y="927"/>
                    <a:pt x="650" y="836"/>
                    <a:pt x="776" y="676"/>
                  </a:cubicBezTo>
                  <a:cubicBezTo>
                    <a:pt x="885" y="546"/>
                    <a:pt x="1028" y="381"/>
                    <a:pt x="1175" y="294"/>
                  </a:cubicBezTo>
                  <a:lnTo>
                    <a:pt x="1175" y="294"/>
                  </a:lnTo>
                  <a:cubicBezTo>
                    <a:pt x="1174" y="294"/>
                    <a:pt x="1173" y="294"/>
                    <a:pt x="1172" y="294"/>
                  </a:cubicBezTo>
                  <a:cubicBezTo>
                    <a:pt x="1142" y="294"/>
                    <a:pt x="1105" y="241"/>
                    <a:pt x="1088" y="216"/>
                  </a:cubicBezTo>
                  <a:cubicBezTo>
                    <a:pt x="1075" y="190"/>
                    <a:pt x="1062" y="164"/>
                    <a:pt x="1041" y="142"/>
                  </a:cubicBezTo>
                  <a:cubicBezTo>
                    <a:pt x="1019" y="116"/>
                    <a:pt x="984" y="103"/>
                    <a:pt x="954" y="90"/>
                  </a:cubicBezTo>
                  <a:cubicBezTo>
                    <a:pt x="833" y="47"/>
                    <a:pt x="707" y="17"/>
                    <a:pt x="581" y="4"/>
                  </a:cubicBezTo>
                  <a:cubicBezTo>
                    <a:pt x="574" y="2"/>
                    <a:pt x="567" y="1"/>
                    <a:pt x="561" y="1"/>
                  </a:cubicBezTo>
                  <a:close/>
                </a:path>
              </a:pathLst>
            </a:custGeom>
            <a:solidFill>
              <a:srgbClr val="022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3"/>
            <p:cNvSpPr/>
            <p:nvPr/>
          </p:nvSpPr>
          <p:spPr>
            <a:xfrm>
              <a:off x="3918230" y="3336548"/>
              <a:ext cx="219208" cy="75641"/>
            </a:xfrm>
            <a:custGeom>
              <a:avLst/>
              <a:gdLst/>
              <a:ahLst/>
              <a:cxnLst/>
              <a:rect l="l" t="t" r="r" b="b"/>
              <a:pathLst>
                <a:path w="1336" h="461" extrusionOk="0">
                  <a:moveTo>
                    <a:pt x="778" y="0"/>
                  </a:moveTo>
                  <a:cubicBezTo>
                    <a:pt x="733" y="0"/>
                    <a:pt x="689" y="6"/>
                    <a:pt x="646" y="21"/>
                  </a:cubicBezTo>
                  <a:cubicBezTo>
                    <a:pt x="564" y="47"/>
                    <a:pt x="499" y="99"/>
                    <a:pt x="421" y="138"/>
                  </a:cubicBezTo>
                  <a:cubicBezTo>
                    <a:pt x="379" y="158"/>
                    <a:pt x="329" y="172"/>
                    <a:pt x="282" y="172"/>
                  </a:cubicBezTo>
                  <a:cubicBezTo>
                    <a:pt x="246" y="172"/>
                    <a:pt x="211" y="163"/>
                    <a:pt x="182" y="143"/>
                  </a:cubicBezTo>
                  <a:lnTo>
                    <a:pt x="0" y="260"/>
                  </a:lnTo>
                  <a:cubicBezTo>
                    <a:pt x="95" y="389"/>
                    <a:pt x="256" y="461"/>
                    <a:pt x="416" y="461"/>
                  </a:cubicBezTo>
                  <a:cubicBezTo>
                    <a:pt x="498" y="461"/>
                    <a:pt x="579" y="442"/>
                    <a:pt x="651" y="403"/>
                  </a:cubicBezTo>
                  <a:cubicBezTo>
                    <a:pt x="772" y="342"/>
                    <a:pt x="872" y="225"/>
                    <a:pt x="1010" y="208"/>
                  </a:cubicBezTo>
                  <a:cubicBezTo>
                    <a:pt x="1020" y="207"/>
                    <a:pt x="1029" y="206"/>
                    <a:pt x="1038" y="206"/>
                  </a:cubicBezTo>
                  <a:cubicBezTo>
                    <a:pt x="1116" y="206"/>
                    <a:pt x="1197" y="237"/>
                    <a:pt x="1271" y="268"/>
                  </a:cubicBezTo>
                  <a:cubicBezTo>
                    <a:pt x="1280" y="271"/>
                    <a:pt x="1289" y="274"/>
                    <a:pt x="1298" y="274"/>
                  </a:cubicBezTo>
                  <a:cubicBezTo>
                    <a:pt x="1302" y="274"/>
                    <a:pt x="1306" y="274"/>
                    <a:pt x="1310" y="273"/>
                  </a:cubicBezTo>
                  <a:cubicBezTo>
                    <a:pt x="1336" y="264"/>
                    <a:pt x="1327" y="225"/>
                    <a:pt x="1314" y="199"/>
                  </a:cubicBezTo>
                  <a:cubicBezTo>
                    <a:pt x="1262" y="121"/>
                    <a:pt x="1167" y="86"/>
                    <a:pt x="1075" y="60"/>
                  </a:cubicBezTo>
                  <a:cubicBezTo>
                    <a:pt x="980" y="30"/>
                    <a:pt x="878" y="0"/>
                    <a:pt x="778" y="0"/>
                  </a:cubicBezTo>
                  <a:close/>
                </a:path>
              </a:pathLst>
            </a:custGeom>
            <a:solidFill>
              <a:srgbClr val="FFAA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3441582" y="2694014"/>
              <a:ext cx="138810" cy="244151"/>
            </a:xfrm>
            <a:custGeom>
              <a:avLst/>
              <a:gdLst/>
              <a:ahLst/>
              <a:cxnLst/>
              <a:rect l="l" t="t" r="r" b="b"/>
              <a:pathLst>
                <a:path w="846" h="1488" extrusionOk="0">
                  <a:moveTo>
                    <a:pt x="130" y="0"/>
                  </a:moveTo>
                  <a:cubicBezTo>
                    <a:pt x="130" y="239"/>
                    <a:pt x="200" y="477"/>
                    <a:pt x="174" y="716"/>
                  </a:cubicBezTo>
                  <a:cubicBezTo>
                    <a:pt x="161" y="837"/>
                    <a:pt x="152" y="919"/>
                    <a:pt x="117" y="1037"/>
                  </a:cubicBezTo>
                  <a:cubicBezTo>
                    <a:pt x="100" y="1097"/>
                    <a:pt x="52" y="1193"/>
                    <a:pt x="0" y="1227"/>
                  </a:cubicBezTo>
                  <a:cubicBezTo>
                    <a:pt x="234" y="1275"/>
                    <a:pt x="447" y="1383"/>
                    <a:pt x="659" y="1487"/>
                  </a:cubicBezTo>
                  <a:cubicBezTo>
                    <a:pt x="642" y="1349"/>
                    <a:pt x="638" y="1206"/>
                    <a:pt x="638" y="1067"/>
                  </a:cubicBezTo>
                  <a:cubicBezTo>
                    <a:pt x="642" y="980"/>
                    <a:pt x="655" y="893"/>
                    <a:pt x="681" y="811"/>
                  </a:cubicBezTo>
                  <a:cubicBezTo>
                    <a:pt x="750" y="577"/>
                    <a:pt x="846" y="629"/>
                    <a:pt x="841" y="534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rgbClr val="F29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3452903" y="2534529"/>
              <a:ext cx="242835" cy="289601"/>
            </a:xfrm>
            <a:custGeom>
              <a:avLst/>
              <a:gdLst/>
              <a:ahLst/>
              <a:cxnLst/>
              <a:rect l="l" t="t" r="r" b="b"/>
              <a:pathLst>
                <a:path w="1480" h="1765" extrusionOk="0">
                  <a:moveTo>
                    <a:pt x="766" y="1"/>
                  </a:moveTo>
                  <a:cubicBezTo>
                    <a:pt x="707" y="1"/>
                    <a:pt x="648" y="13"/>
                    <a:pt x="595" y="40"/>
                  </a:cubicBezTo>
                  <a:lnTo>
                    <a:pt x="269" y="162"/>
                  </a:lnTo>
                  <a:cubicBezTo>
                    <a:pt x="144" y="274"/>
                    <a:pt x="79" y="443"/>
                    <a:pt x="48" y="608"/>
                  </a:cubicBezTo>
                  <a:cubicBezTo>
                    <a:pt x="1" y="842"/>
                    <a:pt x="57" y="738"/>
                    <a:pt x="200" y="933"/>
                  </a:cubicBezTo>
                  <a:cubicBezTo>
                    <a:pt x="308" y="1081"/>
                    <a:pt x="252" y="1328"/>
                    <a:pt x="577" y="1558"/>
                  </a:cubicBezTo>
                  <a:cubicBezTo>
                    <a:pt x="694" y="1640"/>
                    <a:pt x="863" y="1701"/>
                    <a:pt x="998" y="1740"/>
                  </a:cubicBezTo>
                  <a:cubicBezTo>
                    <a:pt x="1038" y="1753"/>
                    <a:pt x="1082" y="1764"/>
                    <a:pt x="1124" y="1764"/>
                  </a:cubicBezTo>
                  <a:cubicBezTo>
                    <a:pt x="1135" y="1764"/>
                    <a:pt x="1147" y="1763"/>
                    <a:pt x="1158" y="1761"/>
                  </a:cubicBezTo>
                  <a:cubicBezTo>
                    <a:pt x="1176" y="1761"/>
                    <a:pt x="1193" y="1753"/>
                    <a:pt x="1206" y="1744"/>
                  </a:cubicBezTo>
                  <a:cubicBezTo>
                    <a:pt x="1223" y="1727"/>
                    <a:pt x="1228" y="1705"/>
                    <a:pt x="1232" y="1683"/>
                  </a:cubicBezTo>
                  <a:cubicBezTo>
                    <a:pt x="1262" y="1553"/>
                    <a:pt x="1297" y="1423"/>
                    <a:pt x="1327" y="1293"/>
                  </a:cubicBezTo>
                  <a:cubicBezTo>
                    <a:pt x="1332" y="1267"/>
                    <a:pt x="1340" y="1241"/>
                    <a:pt x="1358" y="1224"/>
                  </a:cubicBezTo>
                  <a:cubicBezTo>
                    <a:pt x="1388" y="1193"/>
                    <a:pt x="1440" y="1193"/>
                    <a:pt x="1462" y="1159"/>
                  </a:cubicBezTo>
                  <a:cubicBezTo>
                    <a:pt x="1479" y="1128"/>
                    <a:pt x="1475" y="1085"/>
                    <a:pt x="1449" y="1063"/>
                  </a:cubicBezTo>
                  <a:cubicBezTo>
                    <a:pt x="1414" y="1029"/>
                    <a:pt x="1379" y="1011"/>
                    <a:pt x="1358" y="985"/>
                  </a:cubicBezTo>
                  <a:cubicBezTo>
                    <a:pt x="1297" y="907"/>
                    <a:pt x="1284" y="877"/>
                    <a:pt x="1271" y="795"/>
                  </a:cubicBezTo>
                  <a:cubicBezTo>
                    <a:pt x="1262" y="734"/>
                    <a:pt x="1297" y="625"/>
                    <a:pt x="1301" y="565"/>
                  </a:cubicBezTo>
                  <a:cubicBezTo>
                    <a:pt x="1306" y="391"/>
                    <a:pt x="1206" y="244"/>
                    <a:pt x="1080" y="127"/>
                  </a:cubicBezTo>
                  <a:cubicBezTo>
                    <a:pt x="995" y="47"/>
                    <a:pt x="879" y="1"/>
                    <a:pt x="766" y="1"/>
                  </a:cubicBezTo>
                  <a:close/>
                </a:path>
              </a:pathLst>
            </a:custGeom>
            <a:solidFill>
              <a:srgbClr val="FFAA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3629288" y="2752262"/>
              <a:ext cx="39379" cy="29370"/>
            </a:xfrm>
            <a:custGeom>
              <a:avLst/>
              <a:gdLst/>
              <a:ahLst/>
              <a:cxnLst/>
              <a:rect l="l" t="t" r="r" b="b"/>
              <a:pathLst>
                <a:path w="240" h="179" extrusionOk="0">
                  <a:moveTo>
                    <a:pt x="18" y="1"/>
                  </a:moveTo>
                  <a:cubicBezTo>
                    <a:pt x="14" y="1"/>
                    <a:pt x="10" y="5"/>
                    <a:pt x="10" y="5"/>
                  </a:cubicBezTo>
                  <a:cubicBezTo>
                    <a:pt x="1" y="14"/>
                    <a:pt x="10" y="27"/>
                    <a:pt x="14" y="31"/>
                  </a:cubicBezTo>
                  <a:cubicBezTo>
                    <a:pt x="62" y="92"/>
                    <a:pt x="135" y="148"/>
                    <a:pt x="200" y="179"/>
                  </a:cubicBezTo>
                  <a:lnTo>
                    <a:pt x="239" y="31"/>
                  </a:lnTo>
                  <a:cubicBezTo>
                    <a:pt x="174" y="23"/>
                    <a:pt x="114" y="14"/>
                    <a:pt x="49" y="5"/>
                  </a:cubicBezTo>
                  <a:cubicBezTo>
                    <a:pt x="40" y="1"/>
                    <a:pt x="27" y="1"/>
                    <a:pt x="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3607957" y="2627070"/>
              <a:ext cx="50700" cy="14767"/>
            </a:xfrm>
            <a:custGeom>
              <a:avLst/>
              <a:gdLst/>
              <a:ahLst/>
              <a:cxnLst/>
              <a:rect l="l" t="t" r="r" b="b"/>
              <a:pathLst>
                <a:path w="309" h="90" extrusionOk="0">
                  <a:moveTo>
                    <a:pt x="231" y="1"/>
                  </a:moveTo>
                  <a:cubicBezTo>
                    <a:pt x="205" y="1"/>
                    <a:pt x="179" y="1"/>
                    <a:pt x="157" y="5"/>
                  </a:cubicBezTo>
                  <a:cubicBezTo>
                    <a:pt x="105" y="14"/>
                    <a:pt x="57" y="27"/>
                    <a:pt x="14" y="48"/>
                  </a:cubicBezTo>
                  <a:cubicBezTo>
                    <a:pt x="1" y="53"/>
                    <a:pt x="1" y="70"/>
                    <a:pt x="5" y="79"/>
                  </a:cubicBezTo>
                  <a:cubicBezTo>
                    <a:pt x="8" y="85"/>
                    <a:pt x="16" y="89"/>
                    <a:pt x="25" y="89"/>
                  </a:cubicBezTo>
                  <a:cubicBezTo>
                    <a:pt x="29" y="89"/>
                    <a:pt x="32" y="89"/>
                    <a:pt x="36" y="87"/>
                  </a:cubicBezTo>
                  <a:cubicBezTo>
                    <a:pt x="75" y="66"/>
                    <a:pt x="114" y="57"/>
                    <a:pt x="157" y="48"/>
                  </a:cubicBezTo>
                  <a:cubicBezTo>
                    <a:pt x="179" y="44"/>
                    <a:pt x="200" y="44"/>
                    <a:pt x="218" y="44"/>
                  </a:cubicBezTo>
                  <a:cubicBezTo>
                    <a:pt x="226" y="44"/>
                    <a:pt x="235" y="43"/>
                    <a:pt x="243" y="43"/>
                  </a:cubicBezTo>
                  <a:cubicBezTo>
                    <a:pt x="255" y="43"/>
                    <a:pt x="266" y="45"/>
                    <a:pt x="274" y="53"/>
                  </a:cubicBezTo>
                  <a:cubicBezTo>
                    <a:pt x="277" y="55"/>
                    <a:pt x="280" y="56"/>
                    <a:pt x="283" y="56"/>
                  </a:cubicBezTo>
                  <a:cubicBezTo>
                    <a:pt x="292" y="56"/>
                    <a:pt x="301" y="50"/>
                    <a:pt x="304" y="44"/>
                  </a:cubicBezTo>
                  <a:cubicBezTo>
                    <a:pt x="309" y="35"/>
                    <a:pt x="304" y="22"/>
                    <a:pt x="296" y="18"/>
                  </a:cubicBezTo>
                  <a:cubicBezTo>
                    <a:pt x="278" y="1"/>
                    <a:pt x="252" y="1"/>
                    <a:pt x="231" y="1"/>
                  </a:cubicBezTo>
                  <a:close/>
                </a:path>
              </a:pathLst>
            </a:custGeom>
            <a:solidFill>
              <a:srgbClr val="021F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3"/>
            <p:cNvSpPr/>
            <p:nvPr/>
          </p:nvSpPr>
          <p:spPr>
            <a:xfrm>
              <a:off x="3611403" y="2658245"/>
              <a:ext cx="47254" cy="15752"/>
            </a:xfrm>
            <a:custGeom>
              <a:avLst/>
              <a:gdLst/>
              <a:ahLst/>
              <a:cxnLst/>
              <a:rect l="l" t="t" r="r" b="b"/>
              <a:pathLst>
                <a:path w="288" h="96" extrusionOk="0">
                  <a:moveTo>
                    <a:pt x="180" y="1"/>
                  </a:moveTo>
                  <a:cubicBezTo>
                    <a:pt x="176" y="1"/>
                    <a:pt x="171" y="1"/>
                    <a:pt x="166" y="2"/>
                  </a:cubicBezTo>
                  <a:cubicBezTo>
                    <a:pt x="106" y="6"/>
                    <a:pt x="54" y="32"/>
                    <a:pt x="15" y="71"/>
                  </a:cubicBezTo>
                  <a:cubicBezTo>
                    <a:pt x="1" y="85"/>
                    <a:pt x="5" y="95"/>
                    <a:pt x="15" y="95"/>
                  </a:cubicBezTo>
                  <a:cubicBezTo>
                    <a:pt x="21" y="95"/>
                    <a:pt x="28" y="92"/>
                    <a:pt x="36" y="84"/>
                  </a:cubicBezTo>
                  <a:cubicBezTo>
                    <a:pt x="67" y="58"/>
                    <a:pt x="106" y="49"/>
                    <a:pt x="145" y="41"/>
                  </a:cubicBezTo>
                  <a:cubicBezTo>
                    <a:pt x="149" y="40"/>
                    <a:pt x="155" y="40"/>
                    <a:pt x="161" y="40"/>
                  </a:cubicBezTo>
                  <a:cubicBezTo>
                    <a:pt x="192" y="40"/>
                    <a:pt x="233" y="50"/>
                    <a:pt x="244" y="75"/>
                  </a:cubicBezTo>
                  <a:cubicBezTo>
                    <a:pt x="249" y="88"/>
                    <a:pt x="257" y="93"/>
                    <a:pt x="270" y="93"/>
                  </a:cubicBezTo>
                  <a:cubicBezTo>
                    <a:pt x="279" y="88"/>
                    <a:pt x="288" y="75"/>
                    <a:pt x="283" y="62"/>
                  </a:cubicBezTo>
                  <a:cubicBezTo>
                    <a:pt x="268" y="19"/>
                    <a:pt x="224" y="1"/>
                    <a:pt x="180" y="1"/>
                  </a:cubicBezTo>
                  <a:close/>
                </a:path>
              </a:pathLst>
            </a:custGeom>
            <a:solidFill>
              <a:srgbClr val="DD7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3"/>
            <p:cNvSpPr/>
            <p:nvPr/>
          </p:nvSpPr>
          <p:spPr>
            <a:xfrm>
              <a:off x="3312780" y="2462498"/>
              <a:ext cx="182946" cy="175566"/>
            </a:xfrm>
            <a:custGeom>
              <a:avLst/>
              <a:gdLst/>
              <a:ahLst/>
              <a:cxnLst/>
              <a:rect l="l" t="t" r="r" b="b"/>
              <a:pathLst>
                <a:path w="1115" h="1070" extrusionOk="0">
                  <a:moveTo>
                    <a:pt x="586" y="1"/>
                  </a:moveTo>
                  <a:cubicBezTo>
                    <a:pt x="554" y="1"/>
                    <a:pt x="522" y="4"/>
                    <a:pt x="490" y="11"/>
                  </a:cubicBezTo>
                  <a:cubicBezTo>
                    <a:pt x="347" y="33"/>
                    <a:pt x="217" y="115"/>
                    <a:pt x="126" y="232"/>
                  </a:cubicBezTo>
                  <a:cubicBezTo>
                    <a:pt x="40" y="349"/>
                    <a:pt x="1" y="496"/>
                    <a:pt x="18" y="640"/>
                  </a:cubicBezTo>
                  <a:cubicBezTo>
                    <a:pt x="22" y="705"/>
                    <a:pt x="40" y="765"/>
                    <a:pt x="70" y="817"/>
                  </a:cubicBezTo>
                  <a:cubicBezTo>
                    <a:pt x="135" y="934"/>
                    <a:pt x="252" y="1012"/>
                    <a:pt x="373" y="1047"/>
                  </a:cubicBezTo>
                  <a:cubicBezTo>
                    <a:pt x="432" y="1063"/>
                    <a:pt x="492" y="1070"/>
                    <a:pt x="553" y="1070"/>
                  </a:cubicBezTo>
                  <a:cubicBezTo>
                    <a:pt x="622" y="1070"/>
                    <a:pt x="692" y="1061"/>
                    <a:pt x="759" y="1047"/>
                  </a:cubicBezTo>
                  <a:lnTo>
                    <a:pt x="1115" y="479"/>
                  </a:lnTo>
                  <a:cubicBezTo>
                    <a:pt x="1071" y="414"/>
                    <a:pt x="1028" y="345"/>
                    <a:pt x="985" y="280"/>
                  </a:cubicBezTo>
                  <a:cubicBezTo>
                    <a:pt x="933" y="197"/>
                    <a:pt x="876" y="111"/>
                    <a:pt x="794" y="59"/>
                  </a:cubicBezTo>
                  <a:cubicBezTo>
                    <a:pt x="733" y="19"/>
                    <a:pt x="660" y="1"/>
                    <a:pt x="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3"/>
            <p:cNvSpPr/>
            <p:nvPr/>
          </p:nvSpPr>
          <p:spPr>
            <a:xfrm>
              <a:off x="3410243" y="2517793"/>
              <a:ext cx="274009" cy="287304"/>
            </a:xfrm>
            <a:custGeom>
              <a:avLst/>
              <a:gdLst/>
              <a:ahLst/>
              <a:cxnLst/>
              <a:rect l="l" t="t" r="r" b="b"/>
              <a:pathLst>
                <a:path w="1670" h="1751" extrusionOk="0">
                  <a:moveTo>
                    <a:pt x="842" y="1"/>
                  </a:moveTo>
                  <a:cubicBezTo>
                    <a:pt x="732" y="1"/>
                    <a:pt x="620" y="16"/>
                    <a:pt x="512" y="42"/>
                  </a:cubicBezTo>
                  <a:cubicBezTo>
                    <a:pt x="447" y="60"/>
                    <a:pt x="378" y="81"/>
                    <a:pt x="321" y="116"/>
                  </a:cubicBezTo>
                  <a:cubicBezTo>
                    <a:pt x="183" y="190"/>
                    <a:pt x="87" y="333"/>
                    <a:pt x="44" y="485"/>
                  </a:cubicBezTo>
                  <a:cubicBezTo>
                    <a:pt x="1" y="636"/>
                    <a:pt x="5" y="797"/>
                    <a:pt x="31" y="953"/>
                  </a:cubicBezTo>
                  <a:cubicBezTo>
                    <a:pt x="31" y="957"/>
                    <a:pt x="31" y="957"/>
                    <a:pt x="31" y="962"/>
                  </a:cubicBezTo>
                  <a:cubicBezTo>
                    <a:pt x="61" y="1144"/>
                    <a:pt x="131" y="1334"/>
                    <a:pt x="282" y="1443"/>
                  </a:cubicBezTo>
                  <a:cubicBezTo>
                    <a:pt x="311" y="1487"/>
                    <a:pt x="359" y="1509"/>
                    <a:pt x="407" y="1509"/>
                  </a:cubicBezTo>
                  <a:cubicBezTo>
                    <a:pt x="440" y="1509"/>
                    <a:pt x="473" y="1499"/>
                    <a:pt x="499" y="1478"/>
                  </a:cubicBezTo>
                  <a:cubicBezTo>
                    <a:pt x="694" y="1321"/>
                    <a:pt x="829" y="1074"/>
                    <a:pt x="993" y="888"/>
                  </a:cubicBezTo>
                  <a:lnTo>
                    <a:pt x="993" y="888"/>
                  </a:lnTo>
                  <a:cubicBezTo>
                    <a:pt x="967" y="1404"/>
                    <a:pt x="1306" y="1751"/>
                    <a:pt x="1306" y="1751"/>
                  </a:cubicBezTo>
                  <a:cubicBezTo>
                    <a:pt x="1306" y="1751"/>
                    <a:pt x="1206" y="1521"/>
                    <a:pt x="1271" y="1074"/>
                  </a:cubicBezTo>
                  <a:cubicBezTo>
                    <a:pt x="1297" y="884"/>
                    <a:pt x="1314" y="736"/>
                    <a:pt x="1327" y="632"/>
                  </a:cubicBezTo>
                  <a:lnTo>
                    <a:pt x="1505" y="606"/>
                  </a:lnTo>
                  <a:cubicBezTo>
                    <a:pt x="1492" y="511"/>
                    <a:pt x="1427" y="372"/>
                    <a:pt x="1427" y="372"/>
                  </a:cubicBezTo>
                  <a:lnTo>
                    <a:pt x="1427" y="372"/>
                  </a:lnTo>
                  <a:cubicBezTo>
                    <a:pt x="1505" y="450"/>
                    <a:pt x="1557" y="589"/>
                    <a:pt x="1557" y="589"/>
                  </a:cubicBezTo>
                  <a:lnTo>
                    <a:pt x="1670" y="550"/>
                  </a:lnTo>
                  <a:cubicBezTo>
                    <a:pt x="1514" y="60"/>
                    <a:pt x="1123" y="38"/>
                    <a:pt x="1123" y="38"/>
                  </a:cubicBezTo>
                  <a:cubicBezTo>
                    <a:pt x="1102" y="34"/>
                    <a:pt x="1076" y="25"/>
                    <a:pt x="1054" y="21"/>
                  </a:cubicBezTo>
                  <a:cubicBezTo>
                    <a:pt x="984" y="7"/>
                    <a:pt x="914" y="1"/>
                    <a:pt x="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3524113" y="2665957"/>
              <a:ext cx="51356" cy="69406"/>
            </a:xfrm>
            <a:custGeom>
              <a:avLst/>
              <a:gdLst/>
              <a:ahLst/>
              <a:cxnLst/>
              <a:rect l="l" t="t" r="r" b="b"/>
              <a:pathLst>
                <a:path w="313" h="423" extrusionOk="0">
                  <a:moveTo>
                    <a:pt x="139" y="1"/>
                  </a:moveTo>
                  <a:cubicBezTo>
                    <a:pt x="121" y="1"/>
                    <a:pt x="103" y="5"/>
                    <a:pt x="87" y="15"/>
                  </a:cubicBezTo>
                  <a:cubicBezTo>
                    <a:pt x="61" y="33"/>
                    <a:pt x="48" y="54"/>
                    <a:pt x="35" y="80"/>
                  </a:cubicBezTo>
                  <a:cubicBezTo>
                    <a:pt x="0" y="158"/>
                    <a:pt x="18" y="258"/>
                    <a:pt x="74" y="323"/>
                  </a:cubicBezTo>
                  <a:cubicBezTo>
                    <a:pt x="91" y="349"/>
                    <a:pt x="117" y="366"/>
                    <a:pt x="143" y="384"/>
                  </a:cubicBezTo>
                  <a:cubicBezTo>
                    <a:pt x="165" y="405"/>
                    <a:pt x="191" y="423"/>
                    <a:pt x="217" y="423"/>
                  </a:cubicBezTo>
                  <a:cubicBezTo>
                    <a:pt x="260" y="423"/>
                    <a:pt x="291" y="388"/>
                    <a:pt x="304" y="345"/>
                  </a:cubicBezTo>
                  <a:cubicBezTo>
                    <a:pt x="312" y="306"/>
                    <a:pt x="304" y="267"/>
                    <a:pt x="295" y="228"/>
                  </a:cubicBezTo>
                  <a:cubicBezTo>
                    <a:pt x="282" y="72"/>
                    <a:pt x="239" y="37"/>
                    <a:pt x="204" y="20"/>
                  </a:cubicBezTo>
                  <a:cubicBezTo>
                    <a:pt x="185" y="8"/>
                    <a:pt x="162" y="1"/>
                    <a:pt x="139" y="1"/>
                  </a:cubicBezTo>
                  <a:close/>
                </a:path>
              </a:pathLst>
            </a:custGeom>
            <a:solidFill>
              <a:srgbClr val="FFAA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3549709" y="2691553"/>
              <a:ext cx="22150" cy="30355"/>
            </a:xfrm>
            <a:custGeom>
              <a:avLst/>
              <a:gdLst/>
              <a:ahLst/>
              <a:cxnLst/>
              <a:rect l="l" t="t" r="r" b="b"/>
              <a:pathLst>
                <a:path w="135" h="185" extrusionOk="0">
                  <a:moveTo>
                    <a:pt x="61" y="0"/>
                  </a:moveTo>
                  <a:cubicBezTo>
                    <a:pt x="52" y="0"/>
                    <a:pt x="44" y="2"/>
                    <a:pt x="35" y="7"/>
                  </a:cubicBezTo>
                  <a:cubicBezTo>
                    <a:pt x="26" y="11"/>
                    <a:pt x="18" y="24"/>
                    <a:pt x="13" y="33"/>
                  </a:cubicBezTo>
                  <a:cubicBezTo>
                    <a:pt x="0" y="67"/>
                    <a:pt x="5" y="111"/>
                    <a:pt x="31" y="141"/>
                  </a:cubicBezTo>
                  <a:cubicBezTo>
                    <a:pt x="39" y="154"/>
                    <a:pt x="48" y="158"/>
                    <a:pt x="61" y="167"/>
                  </a:cubicBezTo>
                  <a:cubicBezTo>
                    <a:pt x="70" y="176"/>
                    <a:pt x="83" y="184"/>
                    <a:pt x="96" y="184"/>
                  </a:cubicBezTo>
                  <a:cubicBezTo>
                    <a:pt x="113" y="184"/>
                    <a:pt x="126" y="167"/>
                    <a:pt x="130" y="150"/>
                  </a:cubicBezTo>
                  <a:cubicBezTo>
                    <a:pt x="135" y="132"/>
                    <a:pt x="130" y="115"/>
                    <a:pt x="126" y="98"/>
                  </a:cubicBezTo>
                  <a:cubicBezTo>
                    <a:pt x="122" y="33"/>
                    <a:pt x="104" y="15"/>
                    <a:pt x="87" y="7"/>
                  </a:cubicBezTo>
                  <a:cubicBezTo>
                    <a:pt x="78" y="2"/>
                    <a:pt x="70" y="0"/>
                    <a:pt x="61" y="0"/>
                  </a:cubicBezTo>
                  <a:close/>
                </a:path>
              </a:pathLst>
            </a:custGeom>
            <a:solidFill>
              <a:srgbClr val="F29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3331321" y="2872532"/>
              <a:ext cx="285331" cy="482559"/>
            </a:xfrm>
            <a:custGeom>
              <a:avLst/>
              <a:gdLst/>
              <a:ahLst/>
              <a:cxnLst/>
              <a:rect l="l" t="t" r="r" b="b"/>
              <a:pathLst>
                <a:path w="1739" h="2941" extrusionOk="0">
                  <a:moveTo>
                    <a:pt x="768" y="1"/>
                  </a:moveTo>
                  <a:cubicBezTo>
                    <a:pt x="416" y="343"/>
                    <a:pt x="126" y="872"/>
                    <a:pt x="65" y="1358"/>
                  </a:cubicBezTo>
                  <a:cubicBezTo>
                    <a:pt x="0" y="1843"/>
                    <a:pt x="44" y="2338"/>
                    <a:pt x="74" y="2827"/>
                  </a:cubicBezTo>
                  <a:cubicBezTo>
                    <a:pt x="78" y="2836"/>
                    <a:pt x="78" y="2845"/>
                    <a:pt x="83" y="2849"/>
                  </a:cubicBezTo>
                  <a:cubicBezTo>
                    <a:pt x="91" y="2858"/>
                    <a:pt x="100" y="2858"/>
                    <a:pt x="109" y="2858"/>
                  </a:cubicBezTo>
                  <a:cubicBezTo>
                    <a:pt x="499" y="2888"/>
                    <a:pt x="885" y="2914"/>
                    <a:pt x="1271" y="2940"/>
                  </a:cubicBezTo>
                  <a:cubicBezTo>
                    <a:pt x="1279" y="2940"/>
                    <a:pt x="1288" y="2941"/>
                    <a:pt x="1296" y="2941"/>
                  </a:cubicBezTo>
                  <a:cubicBezTo>
                    <a:pt x="1318" y="2941"/>
                    <a:pt x="1338" y="2938"/>
                    <a:pt x="1353" y="2923"/>
                  </a:cubicBezTo>
                  <a:cubicBezTo>
                    <a:pt x="1370" y="2906"/>
                    <a:pt x="1375" y="2879"/>
                    <a:pt x="1375" y="2853"/>
                  </a:cubicBezTo>
                  <a:cubicBezTo>
                    <a:pt x="1401" y="2528"/>
                    <a:pt x="1409" y="2186"/>
                    <a:pt x="1557" y="1891"/>
                  </a:cubicBezTo>
                  <a:cubicBezTo>
                    <a:pt x="1600" y="1804"/>
                    <a:pt x="1661" y="1718"/>
                    <a:pt x="1687" y="1622"/>
                  </a:cubicBezTo>
                  <a:cubicBezTo>
                    <a:pt x="1739" y="1453"/>
                    <a:pt x="1687" y="1271"/>
                    <a:pt x="1635" y="1098"/>
                  </a:cubicBezTo>
                  <a:cubicBezTo>
                    <a:pt x="1565" y="868"/>
                    <a:pt x="1487" y="642"/>
                    <a:pt x="1405" y="417"/>
                  </a:cubicBezTo>
                  <a:cubicBezTo>
                    <a:pt x="1396" y="391"/>
                    <a:pt x="1388" y="369"/>
                    <a:pt x="1366" y="352"/>
                  </a:cubicBezTo>
                  <a:cubicBezTo>
                    <a:pt x="1349" y="339"/>
                    <a:pt x="1323" y="330"/>
                    <a:pt x="1301" y="326"/>
                  </a:cubicBezTo>
                  <a:cubicBezTo>
                    <a:pt x="1084" y="278"/>
                    <a:pt x="937" y="144"/>
                    <a:pt x="7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3403187" y="2944727"/>
              <a:ext cx="515203" cy="474355"/>
            </a:xfrm>
            <a:custGeom>
              <a:avLst/>
              <a:gdLst/>
              <a:ahLst/>
              <a:cxnLst/>
              <a:rect l="l" t="t" r="r" b="b"/>
              <a:pathLst>
                <a:path w="3140" h="2891" extrusionOk="0">
                  <a:moveTo>
                    <a:pt x="336" y="0"/>
                  </a:moveTo>
                  <a:cubicBezTo>
                    <a:pt x="308" y="0"/>
                    <a:pt x="280" y="4"/>
                    <a:pt x="252" y="11"/>
                  </a:cubicBezTo>
                  <a:lnTo>
                    <a:pt x="178" y="155"/>
                  </a:lnTo>
                  <a:cubicBezTo>
                    <a:pt x="91" y="202"/>
                    <a:pt x="35" y="298"/>
                    <a:pt x="18" y="397"/>
                  </a:cubicBezTo>
                  <a:cubicBezTo>
                    <a:pt x="0" y="493"/>
                    <a:pt x="13" y="597"/>
                    <a:pt x="26" y="692"/>
                  </a:cubicBezTo>
                  <a:cubicBezTo>
                    <a:pt x="113" y="1265"/>
                    <a:pt x="308" y="1841"/>
                    <a:pt x="711" y="2253"/>
                  </a:cubicBezTo>
                  <a:cubicBezTo>
                    <a:pt x="824" y="2370"/>
                    <a:pt x="958" y="2474"/>
                    <a:pt x="1110" y="2539"/>
                  </a:cubicBezTo>
                  <a:cubicBezTo>
                    <a:pt x="1249" y="2600"/>
                    <a:pt x="1401" y="2626"/>
                    <a:pt x="1548" y="2652"/>
                  </a:cubicBezTo>
                  <a:cubicBezTo>
                    <a:pt x="2008" y="2730"/>
                    <a:pt x="2467" y="2808"/>
                    <a:pt x="2927" y="2890"/>
                  </a:cubicBezTo>
                  <a:cubicBezTo>
                    <a:pt x="3009" y="2704"/>
                    <a:pt x="3079" y="2518"/>
                    <a:pt x="3139" y="2327"/>
                  </a:cubicBezTo>
                  <a:cubicBezTo>
                    <a:pt x="2836" y="2192"/>
                    <a:pt x="2528" y="2062"/>
                    <a:pt x="2203" y="1989"/>
                  </a:cubicBezTo>
                  <a:cubicBezTo>
                    <a:pt x="2029" y="1945"/>
                    <a:pt x="1843" y="1919"/>
                    <a:pt x="1687" y="1832"/>
                  </a:cubicBezTo>
                  <a:cubicBezTo>
                    <a:pt x="1409" y="1676"/>
                    <a:pt x="1258" y="1369"/>
                    <a:pt x="1127" y="1078"/>
                  </a:cubicBezTo>
                  <a:cubicBezTo>
                    <a:pt x="1036" y="887"/>
                    <a:pt x="950" y="692"/>
                    <a:pt x="859" y="501"/>
                  </a:cubicBezTo>
                  <a:cubicBezTo>
                    <a:pt x="802" y="371"/>
                    <a:pt x="742" y="237"/>
                    <a:pt x="638" y="137"/>
                  </a:cubicBezTo>
                  <a:cubicBezTo>
                    <a:pt x="558" y="58"/>
                    <a:pt x="448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3883281" y="3326376"/>
              <a:ext cx="78429" cy="95987"/>
            </a:xfrm>
            <a:custGeom>
              <a:avLst/>
              <a:gdLst/>
              <a:ahLst/>
              <a:cxnLst/>
              <a:rect l="l" t="t" r="r" b="b"/>
              <a:pathLst>
                <a:path w="478" h="585" extrusionOk="0">
                  <a:moveTo>
                    <a:pt x="213" y="1"/>
                  </a:moveTo>
                  <a:cubicBezTo>
                    <a:pt x="153" y="192"/>
                    <a:pt x="83" y="378"/>
                    <a:pt x="1" y="564"/>
                  </a:cubicBezTo>
                  <a:cubicBezTo>
                    <a:pt x="18" y="564"/>
                    <a:pt x="40" y="569"/>
                    <a:pt x="57" y="573"/>
                  </a:cubicBezTo>
                  <a:cubicBezTo>
                    <a:pt x="92" y="579"/>
                    <a:pt x="129" y="584"/>
                    <a:pt x="165" y="584"/>
                  </a:cubicBezTo>
                  <a:cubicBezTo>
                    <a:pt x="204" y="584"/>
                    <a:pt x="242" y="578"/>
                    <a:pt x="274" y="560"/>
                  </a:cubicBezTo>
                  <a:cubicBezTo>
                    <a:pt x="326" y="530"/>
                    <a:pt x="356" y="478"/>
                    <a:pt x="382" y="426"/>
                  </a:cubicBezTo>
                  <a:cubicBezTo>
                    <a:pt x="413" y="356"/>
                    <a:pt x="443" y="283"/>
                    <a:pt x="465" y="209"/>
                  </a:cubicBezTo>
                  <a:cubicBezTo>
                    <a:pt x="473" y="183"/>
                    <a:pt x="478" y="157"/>
                    <a:pt x="469" y="131"/>
                  </a:cubicBezTo>
                  <a:cubicBezTo>
                    <a:pt x="456" y="109"/>
                    <a:pt x="434" y="100"/>
                    <a:pt x="408" y="87"/>
                  </a:cubicBezTo>
                  <a:cubicBezTo>
                    <a:pt x="343" y="57"/>
                    <a:pt x="278" y="27"/>
                    <a:pt x="213" y="1"/>
                  </a:cubicBezTo>
                  <a:close/>
                </a:path>
              </a:pathLst>
            </a:custGeom>
            <a:solidFill>
              <a:srgbClr val="940A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4" name="Google Shape;854;p23"/>
            <p:cNvGrpSpPr/>
            <p:nvPr/>
          </p:nvGrpSpPr>
          <p:grpSpPr>
            <a:xfrm>
              <a:off x="3146388" y="3317953"/>
              <a:ext cx="460582" cy="610226"/>
              <a:chOff x="3315738" y="3295951"/>
              <a:chExt cx="367906" cy="487440"/>
            </a:xfrm>
          </p:grpSpPr>
          <p:sp>
            <p:nvSpPr>
              <p:cNvPr id="855" name="Google Shape;855;p23"/>
              <p:cNvSpPr/>
              <p:nvPr/>
            </p:nvSpPr>
            <p:spPr>
              <a:xfrm>
                <a:off x="3322554" y="3295951"/>
                <a:ext cx="332649" cy="38311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923" extrusionOk="0">
                    <a:moveTo>
                      <a:pt x="1163" y="1"/>
                    </a:moveTo>
                    <a:cubicBezTo>
                      <a:pt x="729" y="443"/>
                      <a:pt x="435" y="1011"/>
                      <a:pt x="252" y="1601"/>
                    </a:cubicBezTo>
                    <a:cubicBezTo>
                      <a:pt x="127" y="2008"/>
                      <a:pt x="49" y="2429"/>
                      <a:pt x="1" y="2854"/>
                    </a:cubicBezTo>
                    <a:cubicBezTo>
                      <a:pt x="140" y="2901"/>
                      <a:pt x="283" y="2923"/>
                      <a:pt x="426" y="2923"/>
                    </a:cubicBezTo>
                    <a:cubicBezTo>
                      <a:pt x="938" y="2923"/>
                      <a:pt x="1423" y="2654"/>
                      <a:pt x="1779" y="2286"/>
                    </a:cubicBezTo>
                    <a:cubicBezTo>
                      <a:pt x="2217" y="1835"/>
                      <a:pt x="2485" y="1223"/>
                      <a:pt x="2537" y="595"/>
                    </a:cubicBezTo>
                    <a:cubicBezTo>
                      <a:pt x="2498" y="439"/>
                      <a:pt x="2459" y="278"/>
                      <a:pt x="2407" y="122"/>
                    </a:cubicBezTo>
                    <a:lnTo>
                      <a:pt x="1163" y="1"/>
                    </a:lnTo>
                    <a:close/>
                  </a:path>
                </a:pathLst>
              </a:custGeom>
              <a:solidFill>
                <a:srgbClr val="084868"/>
              </a:solidFill>
              <a:ln w="9525" cap="flat" cmpd="sng">
                <a:solidFill>
                  <a:srgbClr val="08486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3"/>
              <p:cNvSpPr/>
              <p:nvPr/>
            </p:nvSpPr>
            <p:spPr>
              <a:xfrm>
                <a:off x="3315738" y="3373805"/>
                <a:ext cx="367906" cy="409586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3125" extrusionOk="0">
                    <a:moveTo>
                      <a:pt x="2589" y="1"/>
                    </a:moveTo>
                    <a:cubicBezTo>
                      <a:pt x="2537" y="629"/>
                      <a:pt x="2269" y="1241"/>
                      <a:pt x="1831" y="1692"/>
                    </a:cubicBezTo>
                    <a:cubicBezTo>
                      <a:pt x="1475" y="2060"/>
                      <a:pt x="990" y="2329"/>
                      <a:pt x="478" y="2329"/>
                    </a:cubicBezTo>
                    <a:cubicBezTo>
                      <a:pt x="335" y="2329"/>
                      <a:pt x="192" y="2307"/>
                      <a:pt x="53" y="2260"/>
                    </a:cubicBezTo>
                    <a:cubicBezTo>
                      <a:pt x="31" y="2455"/>
                      <a:pt x="14" y="2646"/>
                      <a:pt x="1" y="2841"/>
                    </a:cubicBezTo>
                    <a:cubicBezTo>
                      <a:pt x="1" y="2867"/>
                      <a:pt x="1" y="2893"/>
                      <a:pt x="14" y="2914"/>
                    </a:cubicBezTo>
                    <a:cubicBezTo>
                      <a:pt x="31" y="2936"/>
                      <a:pt x="66" y="2940"/>
                      <a:pt x="92" y="2940"/>
                    </a:cubicBezTo>
                    <a:cubicBezTo>
                      <a:pt x="924" y="3001"/>
                      <a:pt x="1761" y="3062"/>
                      <a:pt x="2594" y="3122"/>
                    </a:cubicBezTo>
                    <a:cubicBezTo>
                      <a:pt x="2605" y="3124"/>
                      <a:pt x="2616" y="3124"/>
                      <a:pt x="2628" y="3124"/>
                    </a:cubicBezTo>
                    <a:cubicBezTo>
                      <a:pt x="2663" y="3124"/>
                      <a:pt x="2700" y="3117"/>
                      <a:pt x="2719" y="3088"/>
                    </a:cubicBezTo>
                    <a:cubicBezTo>
                      <a:pt x="2737" y="3066"/>
                      <a:pt x="2737" y="3040"/>
                      <a:pt x="2737" y="3010"/>
                    </a:cubicBezTo>
                    <a:cubicBezTo>
                      <a:pt x="2776" y="2004"/>
                      <a:pt x="2806" y="981"/>
                      <a:pt x="2589" y="1"/>
                    </a:cubicBezTo>
                    <a:close/>
                  </a:path>
                </a:pathLst>
              </a:custGeom>
              <a:solidFill>
                <a:srgbClr val="084868"/>
              </a:solidFill>
              <a:ln w="9525" cap="flat" cmpd="sng">
                <a:solidFill>
                  <a:srgbClr val="08486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7" name="Google Shape;857;p23"/>
            <p:cNvGrpSpPr/>
            <p:nvPr/>
          </p:nvGrpSpPr>
          <p:grpSpPr>
            <a:xfrm>
              <a:off x="2626705" y="4128949"/>
              <a:ext cx="605395" cy="616866"/>
              <a:chOff x="3006023" y="4109094"/>
              <a:chExt cx="504875" cy="514440"/>
            </a:xfrm>
          </p:grpSpPr>
          <p:sp>
            <p:nvSpPr>
              <p:cNvPr id="858" name="Google Shape;858;p23"/>
              <p:cNvSpPr/>
              <p:nvPr/>
            </p:nvSpPr>
            <p:spPr>
              <a:xfrm>
                <a:off x="3006023" y="4109094"/>
                <a:ext cx="247455" cy="222159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695" extrusionOk="0">
                    <a:moveTo>
                      <a:pt x="946" y="0"/>
                    </a:moveTo>
                    <a:cubicBezTo>
                      <a:pt x="714" y="0"/>
                      <a:pt x="484" y="94"/>
                      <a:pt x="318" y="279"/>
                    </a:cubicBezTo>
                    <a:cubicBezTo>
                      <a:pt x="1" y="625"/>
                      <a:pt x="31" y="1163"/>
                      <a:pt x="378" y="1475"/>
                    </a:cubicBezTo>
                    <a:cubicBezTo>
                      <a:pt x="540" y="1623"/>
                      <a:pt x="742" y="1695"/>
                      <a:pt x="943" y="1695"/>
                    </a:cubicBezTo>
                    <a:cubicBezTo>
                      <a:pt x="1175" y="1695"/>
                      <a:pt x="1406" y="1600"/>
                      <a:pt x="1575" y="1415"/>
                    </a:cubicBezTo>
                    <a:cubicBezTo>
                      <a:pt x="1887" y="1068"/>
                      <a:pt x="1861" y="534"/>
                      <a:pt x="1514" y="218"/>
                    </a:cubicBezTo>
                    <a:cubicBezTo>
                      <a:pt x="1352" y="72"/>
                      <a:pt x="1148" y="0"/>
                      <a:pt x="9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3"/>
              <p:cNvSpPr/>
              <p:nvPr/>
            </p:nvSpPr>
            <p:spPr>
              <a:xfrm>
                <a:off x="3404471" y="4528118"/>
                <a:ext cx="106427" cy="95417"/>
              </a:xfrm>
              <a:custGeom>
                <a:avLst/>
                <a:gdLst/>
                <a:ahLst/>
                <a:cxnLst/>
                <a:rect l="l" t="t" r="r" b="b"/>
                <a:pathLst>
                  <a:path w="812" h="728" extrusionOk="0">
                    <a:moveTo>
                      <a:pt x="405" y="0"/>
                    </a:moveTo>
                    <a:cubicBezTo>
                      <a:pt x="305" y="0"/>
                      <a:pt x="206" y="40"/>
                      <a:pt x="135" y="121"/>
                    </a:cubicBezTo>
                    <a:cubicBezTo>
                      <a:pt x="0" y="268"/>
                      <a:pt x="13" y="498"/>
                      <a:pt x="161" y="633"/>
                    </a:cubicBezTo>
                    <a:cubicBezTo>
                      <a:pt x="232" y="696"/>
                      <a:pt x="321" y="727"/>
                      <a:pt x="408" y="727"/>
                    </a:cubicBezTo>
                    <a:cubicBezTo>
                      <a:pt x="507" y="727"/>
                      <a:pt x="605" y="687"/>
                      <a:pt x="677" y="607"/>
                    </a:cubicBezTo>
                    <a:cubicBezTo>
                      <a:pt x="811" y="459"/>
                      <a:pt x="798" y="229"/>
                      <a:pt x="651" y="95"/>
                    </a:cubicBezTo>
                    <a:cubicBezTo>
                      <a:pt x="581" y="32"/>
                      <a:pt x="493" y="0"/>
                      <a:pt x="4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23"/>
              <p:cNvSpPr/>
              <p:nvPr/>
            </p:nvSpPr>
            <p:spPr>
              <a:xfrm>
                <a:off x="3123199" y="4513176"/>
                <a:ext cx="69466" cy="6265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478" extrusionOk="0">
                    <a:moveTo>
                      <a:pt x="263" y="0"/>
                    </a:moveTo>
                    <a:cubicBezTo>
                      <a:pt x="199" y="0"/>
                      <a:pt x="135" y="26"/>
                      <a:pt x="87" y="79"/>
                    </a:cubicBezTo>
                    <a:cubicBezTo>
                      <a:pt x="0" y="174"/>
                      <a:pt x="9" y="326"/>
                      <a:pt x="104" y="417"/>
                    </a:cubicBezTo>
                    <a:cubicBezTo>
                      <a:pt x="151" y="457"/>
                      <a:pt x="207" y="477"/>
                      <a:pt x="264" y="477"/>
                    </a:cubicBezTo>
                    <a:cubicBezTo>
                      <a:pt x="329" y="477"/>
                      <a:pt x="394" y="451"/>
                      <a:pt x="442" y="400"/>
                    </a:cubicBezTo>
                    <a:cubicBezTo>
                      <a:pt x="529" y="300"/>
                      <a:pt x="525" y="148"/>
                      <a:pt x="425" y="62"/>
                    </a:cubicBezTo>
                    <a:cubicBezTo>
                      <a:pt x="378" y="21"/>
                      <a:pt x="321" y="0"/>
                      <a:pt x="2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61" name="Google Shape;861;p23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Project Problem Statements</a:t>
            </a:r>
            <a:endParaRPr sz="2400"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Fira Sans" panose="020B0503050000020004" pitchFamily="34" charset="0"/>
            </a:endParaRPr>
          </a:p>
        </p:txBody>
      </p:sp>
      <p:grpSp>
        <p:nvGrpSpPr>
          <p:cNvPr id="862" name="Google Shape;862;p23"/>
          <p:cNvGrpSpPr/>
          <p:nvPr/>
        </p:nvGrpSpPr>
        <p:grpSpPr>
          <a:xfrm>
            <a:off x="238053" y="2890604"/>
            <a:ext cx="2179336" cy="1207479"/>
            <a:chOff x="-2082450" y="1661702"/>
            <a:chExt cx="1998348" cy="1207479"/>
          </a:xfrm>
        </p:grpSpPr>
        <p:sp>
          <p:nvSpPr>
            <p:cNvPr id="863" name="Google Shape;863;p23"/>
            <p:cNvSpPr txBox="1"/>
            <p:nvPr/>
          </p:nvSpPr>
          <p:spPr>
            <a:xfrm>
              <a:off x="-2064402" y="1661702"/>
              <a:ext cx="1980300" cy="7324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Lack of Real-time Inventory Management</a:t>
              </a:r>
            </a:p>
          </p:txBody>
        </p:sp>
        <p:sp>
          <p:nvSpPr>
            <p:cNvPr id="864" name="Google Shape;864;p23"/>
            <p:cNvSpPr txBox="1"/>
            <p:nvPr/>
          </p:nvSpPr>
          <p:spPr>
            <a:xfrm>
              <a:off x="-2082450" y="2317781"/>
              <a:ext cx="19803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 conventional stores, updating inventory after purchase or item removal is often delayed</a:t>
              </a:r>
              <a:endParaRPr lang="en-US" sz="11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naccuracies and stock discrepancies.</a:t>
              </a:r>
            </a:p>
          </p:txBody>
        </p:sp>
      </p:grpSp>
      <p:grpSp>
        <p:nvGrpSpPr>
          <p:cNvPr id="865" name="Google Shape;865;p23"/>
          <p:cNvGrpSpPr/>
          <p:nvPr/>
        </p:nvGrpSpPr>
        <p:grpSpPr>
          <a:xfrm>
            <a:off x="251460" y="1107474"/>
            <a:ext cx="2198940" cy="979235"/>
            <a:chOff x="-2082115" y="1107474"/>
            <a:chExt cx="1998114" cy="979235"/>
          </a:xfrm>
        </p:grpSpPr>
        <p:sp>
          <p:nvSpPr>
            <p:cNvPr id="866" name="Google Shape;866;p23"/>
            <p:cNvSpPr txBox="1"/>
            <p:nvPr/>
          </p:nvSpPr>
          <p:spPr>
            <a:xfrm>
              <a:off x="-2064301" y="1107474"/>
              <a:ext cx="1980300" cy="4742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Manual Payment Processes</a:t>
              </a:r>
              <a:endParaRPr sz="1600" b="1" dirty="0">
                <a:solidFill>
                  <a:schemeClr val="lt1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67" name="Google Shape;867;p23"/>
            <p:cNvSpPr txBox="1"/>
            <p:nvPr/>
          </p:nvSpPr>
          <p:spPr>
            <a:xfrm>
              <a:off x="-2082115" y="1535309"/>
              <a:ext cx="19803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/>
                <a:t>Payment systems in stores rely heavily on manual user intervention.</a:t>
              </a: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/>
                <a:t>Slowing down the shopping process.</a:t>
              </a: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/>
                <a:t>Increasing transaction time.</a:t>
              </a:r>
              <a:endParaRPr lang="en-US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8" name="Google Shape;868;p23"/>
          <p:cNvGrpSpPr/>
          <p:nvPr/>
        </p:nvGrpSpPr>
        <p:grpSpPr>
          <a:xfrm>
            <a:off x="6775058" y="3003468"/>
            <a:ext cx="2247021" cy="1277788"/>
            <a:chOff x="9246148" y="2229169"/>
            <a:chExt cx="2038808" cy="1277788"/>
          </a:xfrm>
        </p:grpSpPr>
        <p:sp>
          <p:nvSpPr>
            <p:cNvPr id="869" name="Google Shape;869;p23"/>
            <p:cNvSpPr txBox="1"/>
            <p:nvPr/>
          </p:nvSpPr>
          <p:spPr>
            <a:xfrm>
              <a:off x="9246148" y="2229169"/>
              <a:ext cx="1980300" cy="7828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High Dependency on Manual Intervention</a:t>
              </a:r>
              <a:endParaRPr sz="1600" b="1" dirty="0">
                <a:solidFill>
                  <a:schemeClr val="lt1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70" name="Google Shape;870;p23"/>
            <p:cNvSpPr txBox="1"/>
            <p:nvPr/>
          </p:nvSpPr>
          <p:spPr>
            <a:xfrm>
              <a:off x="9304656" y="2955557"/>
              <a:ext cx="19803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Conventional shopping systems rely heavily on cashiers or self-checkout systems. 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Roboto"/>
                  <a:ea typeface="Roboto"/>
                  <a:cs typeface="Roboto"/>
                  <a:sym typeface="Roboto"/>
                </a:rPr>
                <a:t>L</a:t>
              </a: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ead to bottlenecks and errors in product listing or pricing.</a:t>
              </a:r>
              <a:endParaRPr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1" name="Google Shape;871;p23"/>
          <p:cNvGrpSpPr/>
          <p:nvPr/>
        </p:nvGrpSpPr>
        <p:grpSpPr>
          <a:xfrm>
            <a:off x="6747500" y="724930"/>
            <a:ext cx="2179336" cy="1223899"/>
            <a:chOff x="9281899" y="724930"/>
            <a:chExt cx="1980300" cy="1223899"/>
          </a:xfrm>
        </p:grpSpPr>
        <p:sp>
          <p:nvSpPr>
            <p:cNvPr id="872" name="Google Shape;872;p23"/>
            <p:cNvSpPr txBox="1"/>
            <p:nvPr/>
          </p:nvSpPr>
          <p:spPr>
            <a:xfrm>
              <a:off x="9281899" y="724930"/>
              <a:ext cx="1980300" cy="7293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Inefficient Shopping Experience</a:t>
              </a:r>
              <a:endParaRPr sz="1600" b="1" dirty="0">
                <a:solidFill>
                  <a:schemeClr val="lt1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73" name="Google Shape;873;p23"/>
            <p:cNvSpPr txBox="1"/>
            <p:nvPr/>
          </p:nvSpPr>
          <p:spPr>
            <a:xfrm>
              <a:off x="9281899" y="1397429"/>
              <a:ext cx="19803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ime-consuming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Roboto"/>
                  <a:ea typeface="Roboto"/>
                  <a:cs typeface="Roboto"/>
                  <a:sym typeface="Roboto"/>
                </a:rPr>
                <a:t>R</a:t>
              </a: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equiring manual item scanning, price calculation, and queueing for payment. 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Roboto"/>
                  <a:ea typeface="Roboto"/>
                  <a:cs typeface="Roboto"/>
                  <a:sym typeface="Roboto"/>
                </a:rPr>
                <a:t>L</a:t>
              </a:r>
              <a:r>
                <a:rPr lang="en-US" sz="11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ead to customer frustration and long wait times.</a:t>
              </a:r>
              <a:endParaRPr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4" name="Google Shape;874;p23"/>
          <p:cNvGrpSpPr/>
          <p:nvPr/>
        </p:nvGrpSpPr>
        <p:grpSpPr>
          <a:xfrm>
            <a:off x="4213736" y="2409173"/>
            <a:ext cx="299606" cy="137663"/>
            <a:chOff x="4208485" y="2409173"/>
            <a:chExt cx="299606" cy="137663"/>
          </a:xfrm>
        </p:grpSpPr>
        <p:sp>
          <p:nvSpPr>
            <p:cNvPr id="875" name="Google Shape;875;p23"/>
            <p:cNvSpPr/>
            <p:nvPr/>
          </p:nvSpPr>
          <p:spPr>
            <a:xfrm>
              <a:off x="4208485" y="2409173"/>
              <a:ext cx="299606" cy="129951"/>
            </a:xfrm>
            <a:custGeom>
              <a:avLst/>
              <a:gdLst/>
              <a:ahLst/>
              <a:cxnLst/>
              <a:rect l="l" t="t" r="r" b="b"/>
              <a:pathLst>
                <a:path w="1826" h="792" extrusionOk="0">
                  <a:moveTo>
                    <a:pt x="149" y="0"/>
                  </a:moveTo>
                  <a:cubicBezTo>
                    <a:pt x="125" y="0"/>
                    <a:pt x="101" y="14"/>
                    <a:pt x="87" y="37"/>
                  </a:cubicBezTo>
                  <a:cubicBezTo>
                    <a:pt x="57" y="93"/>
                    <a:pt x="9" y="193"/>
                    <a:pt x="5" y="323"/>
                  </a:cubicBezTo>
                  <a:cubicBezTo>
                    <a:pt x="0" y="353"/>
                    <a:pt x="22" y="384"/>
                    <a:pt x="57" y="388"/>
                  </a:cubicBezTo>
                  <a:cubicBezTo>
                    <a:pt x="182" y="423"/>
                    <a:pt x="516" y="527"/>
                    <a:pt x="850" y="778"/>
                  </a:cubicBezTo>
                  <a:cubicBezTo>
                    <a:pt x="859" y="787"/>
                    <a:pt x="876" y="791"/>
                    <a:pt x="889" y="791"/>
                  </a:cubicBezTo>
                  <a:lnTo>
                    <a:pt x="1739" y="791"/>
                  </a:lnTo>
                  <a:cubicBezTo>
                    <a:pt x="1791" y="791"/>
                    <a:pt x="1826" y="735"/>
                    <a:pt x="1800" y="691"/>
                  </a:cubicBezTo>
                  <a:cubicBezTo>
                    <a:pt x="1756" y="613"/>
                    <a:pt x="1652" y="518"/>
                    <a:pt x="1422" y="492"/>
                  </a:cubicBezTo>
                  <a:lnTo>
                    <a:pt x="1401" y="492"/>
                  </a:lnTo>
                  <a:cubicBezTo>
                    <a:pt x="1376" y="497"/>
                    <a:pt x="1302" y="508"/>
                    <a:pt x="1203" y="508"/>
                  </a:cubicBezTo>
                  <a:cubicBezTo>
                    <a:pt x="1023" y="508"/>
                    <a:pt x="759" y="471"/>
                    <a:pt x="546" y="293"/>
                  </a:cubicBezTo>
                  <a:cubicBezTo>
                    <a:pt x="351" y="123"/>
                    <a:pt x="243" y="45"/>
                    <a:pt x="182" y="11"/>
                  </a:cubicBezTo>
                  <a:cubicBezTo>
                    <a:pt x="172" y="3"/>
                    <a:pt x="161" y="0"/>
                    <a:pt x="1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3"/>
            <p:cNvSpPr/>
            <p:nvPr/>
          </p:nvSpPr>
          <p:spPr>
            <a:xfrm>
              <a:off x="4209141" y="2462006"/>
              <a:ext cx="33636" cy="84829"/>
            </a:xfrm>
            <a:custGeom>
              <a:avLst/>
              <a:gdLst/>
              <a:ahLst/>
              <a:cxnLst/>
              <a:rect l="l" t="t" r="r" b="b"/>
              <a:pathLst>
                <a:path w="205" h="517" extrusionOk="0">
                  <a:moveTo>
                    <a:pt x="1" y="1"/>
                  </a:moveTo>
                  <a:lnTo>
                    <a:pt x="100" y="517"/>
                  </a:lnTo>
                  <a:lnTo>
                    <a:pt x="204" y="517"/>
                  </a:lnTo>
                  <a:lnTo>
                    <a:pt x="157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7" name="Google Shape;877;p23"/>
          <p:cNvSpPr/>
          <p:nvPr/>
        </p:nvSpPr>
        <p:spPr>
          <a:xfrm>
            <a:off x="4910086" y="2336157"/>
            <a:ext cx="149639" cy="232009"/>
          </a:xfrm>
          <a:custGeom>
            <a:avLst/>
            <a:gdLst/>
            <a:ahLst/>
            <a:cxnLst/>
            <a:rect l="l" t="t" r="r" b="b"/>
            <a:pathLst>
              <a:path w="912" h="1414" extrusionOk="0">
                <a:moveTo>
                  <a:pt x="213" y="0"/>
                </a:moveTo>
                <a:lnTo>
                  <a:pt x="66" y="13"/>
                </a:lnTo>
                <a:lnTo>
                  <a:pt x="187" y="482"/>
                </a:lnTo>
                <a:lnTo>
                  <a:pt x="1" y="1414"/>
                </a:lnTo>
                <a:lnTo>
                  <a:pt x="911" y="1414"/>
                </a:lnTo>
                <a:lnTo>
                  <a:pt x="708" y="508"/>
                </a:lnTo>
                <a:lnTo>
                  <a:pt x="838" y="22"/>
                </a:lnTo>
                <a:lnTo>
                  <a:pt x="690" y="13"/>
                </a:lnTo>
                <a:cubicBezTo>
                  <a:pt x="599" y="102"/>
                  <a:pt x="517" y="132"/>
                  <a:pt x="448" y="132"/>
                </a:cubicBezTo>
                <a:cubicBezTo>
                  <a:pt x="303" y="132"/>
                  <a:pt x="213" y="0"/>
                  <a:pt x="21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3"/>
          <p:cNvSpPr/>
          <p:nvPr/>
        </p:nvSpPr>
        <p:spPr>
          <a:xfrm>
            <a:off x="4266405" y="2945055"/>
            <a:ext cx="188525" cy="266302"/>
          </a:xfrm>
          <a:custGeom>
            <a:avLst/>
            <a:gdLst/>
            <a:ahLst/>
            <a:cxnLst/>
            <a:rect l="l" t="t" r="r" b="b"/>
            <a:pathLst>
              <a:path w="1149" h="1623" extrusionOk="0">
                <a:moveTo>
                  <a:pt x="121" y="1"/>
                </a:moveTo>
                <a:lnTo>
                  <a:pt x="0" y="1622"/>
                </a:lnTo>
                <a:lnTo>
                  <a:pt x="295" y="1622"/>
                </a:lnTo>
                <a:lnTo>
                  <a:pt x="538" y="452"/>
                </a:lnTo>
                <a:lnTo>
                  <a:pt x="902" y="1622"/>
                </a:lnTo>
                <a:lnTo>
                  <a:pt x="1149" y="1622"/>
                </a:lnTo>
                <a:lnTo>
                  <a:pt x="91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9" name="Google Shape;879;p23"/>
          <p:cNvGrpSpPr/>
          <p:nvPr/>
        </p:nvGrpSpPr>
        <p:grpSpPr>
          <a:xfrm>
            <a:off x="4865292" y="3003468"/>
            <a:ext cx="251585" cy="101340"/>
            <a:chOff x="4860041" y="3003468"/>
            <a:chExt cx="251585" cy="101340"/>
          </a:xfrm>
        </p:grpSpPr>
        <p:grpSp>
          <p:nvGrpSpPr>
            <p:cNvPr id="880" name="Google Shape;880;p23"/>
            <p:cNvGrpSpPr/>
            <p:nvPr/>
          </p:nvGrpSpPr>
          <p:grpSpPr>
            <a:xfrm>
              <a:off x="4860251" y="3031955"/>
              <a:ext cx="251376" cy="72853"/>
              <a:chOff x="4684747" y="3067500"/>
              <a:chExt cx="200795" cy="58194"/>
            </a:xfrm>
          </p:grpSpPr>
          <p:sp>
            <p:nvSpPr>
              <p:cNvPr id="881" name="Google Shape;881;p23"/>
              <p:cNvSpPr/>
              <p:nvPr/>
            </p:nvSpPr>
            <p:spPr>
              <a:xfrm>
                <a:off x="4705849" y="3068155"/>
                <a:ext cx="158592" cy="8650"/>
              </a:xfrm>
              <a:custGeom>
                <a:avLst/>
                <a:gdLst/>
                <a:ahLst/>
                <a:cxnLst/>
                <a:rect l="l" t="t" r="r" b="b"/>
                <a:pathLst>
                  <a:path w="1210" h="66" extrusionOk="0">
                    <a:moveTo>
                      <a:pt x="30" y="0"/>
                    </a:moveTo>
                    <a:lnTo>
                      <a:pt x="0" y="48"/>
                    </a:lnTo>
                    <a:lnTo>
                      <a:pt x="1210" y="65"/>
                    </a:lnTo>
                    <a:lnTo>
                      <a:pt x="119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3"/>
              <p:cNvSpPr/>
              <p:nvPr/>
            </p:nvSpPr>
            <p:spPr>
              <a:xfrm>
                <a:off x="4684747" y="3067500"/>
                <a:ext cx="200795" cy="58194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444" extrusionOk="0">
                    <a:moveTo>
                      <a:pt x="18" y="1"/>
                    </a:moveTo>
                    <a:lnTo>
                      <a:pt x="1" y="74"/>
                    </a:lnTo>
                    <a:lnTo>
                      <a:pt x="1514" y="443"/>
                    </a:lnTo>
                    <a:lnTo>
                      <a:pt x="1531" y="374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3"/>
              <p:cNvSpPr/>
              <p:nvPr/>
            </p:nvSpPr>
            <p:spPr>
              <a:xfrm>
                <a:off x="4684747" y="3067500"/>
                <a:ext cx="200795" cy="58194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444" extrusionOk="0">
                    <a:moveTo>
                      <a:pt x="1514" y="1"/>
                    </a:moveTo>
                    <a:lnTo>
                      <a:pt x="1" y="374"/>
                    </a:lnTo>
                    <a:lnTo>
                      <a:pt x="18" y="443"/>
                    </a:lnTo>
                    <a:lnTo>
                      <a:pt x="1531" y="74"/>
                    </a:lnTo>
                    <a:lnTo>
                      <a:pt x="15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4" name="Google Shape;884;p23"/>
            <p:cNvSpPr/>
            <p:nvPr/>
          </p:nvSpPr>
          <p:spPr>
            <a:xfrm>
              <a:off x="4860041" y="3003468"/>
              <a:ext cx="116167" cy="86962"/>
            </a:xfrm>
            <a:custGeom>
              <a:avLst/>
              <a:gdLst/>
              <a:ahLst/>
              <a:cxnLst/>
              <a:rect l="l" t="t" r="r" b="b"/>
              <a:pathLst>
                <a:path w="708" h="530" extrusionOk="0">
                  <a:moveTo>
                    <a:pt x="356" y="0"/>
                  </a:moveTo>
                  <a:cubicBezTo>
                    <a:pt x="157" y="0"/>
                    <a:pt x="1" y="117"/>
                    <a:pt x="1" y="265"/>
                  </a:cubicBezTo>
                  <a:cubicBezTo>
                    <a:pt x="1" y="412"/>
                    <a:pt x="157" y="529"/>
                    <a:pt x="356" y="529"/>
                  </a:cubicBezTo>
                  <a:cubicBezTo>
                    <a:pt x="551" y="529"/>
                    <a:pt x="707" y="412"/>
                    <a:pt x="707" y="265"/>
                  </a:cubicBezTo>
                  <a:cubicBezTo>
                    <a:pt x="707" y="117"/>
                    <a:pt x="551" y="0"/>
                    <a:pt x="356" y="0"/>
                  </a:cubicBezTo>
                  <a:close/>
                </a:path>
              </a:pathLst>
            </a:custGeom>
            <a:solidFill>
              <a:srgbClr val="0848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3"/>
            <p:cNvSpPr/>
            <p:nvPr/>
          </p:nvSpPr>
          <p:spPr>
            <a:xfrm>
              <a:off x="4995242" y="3003468"/>
              <a:ext cx="116167" cy="86962"/>
            </a:xfrm>
            <a:custGeom>
              <a:avLst/>
              <a:gdLst/>
              <a:ahLst/>
              <a:cxnLst/>
              <a:rect l="l" t="t" r="r" b="b"/>
              <a:pathLst>
                <a:path w="708" h="530" extrusionOk="0">
                  <a:moveTo>
                    <a:pt x="356" y="0"/>
                  </a:moveTo>
                  <a:cubicBezTo>
                    <a:pt x="161" y="0"/>
                    <a:pt x="1" y="117"/>
                    <a:pt x="1" y="265"/>
                  </a:cubicBezTo>
                  <a:cubicBezTo>
                    <a:pt x="1" y="412"/>
                    <a:pt x="161" y="529"/>
                    <a:pt x="356" y="529"/>
                  </a:cubicBezTo>
                  <a:cubicBezTo>
                    <a:pt x="551" y="529"/>
                    <a:pt x="707" y="412"/>
                    <a:pt x="707" y="265"/>
                  </a:cubicBezTo>
                  <a:cubicBezTo>
                    <a:pt x="707" y="117"/>
                    <a:pt x="551" y="0"/>
                    <a:pt x="356" y="0"/>
                  </a:cubicBezTo>
                  <a:close/>
                </a:path>
              </a:pathLst>
            </a:custGeom>
            <a:solidFill>
              <a:srgbClr val="0848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86" name="Google Shape;886;p23"/>
          <p:cNvCxnSpPr>
            <a:cxnSpLocks/>
            <a:stCxn id="866" idx="3"/>
            <a:endCxn id="807" idx="2"/>
          </p:cNvCxnSpPr>
          <p:nvPr/>
        </p:nvCxnSpPr>
        <p:spPr>
          <a:xfrm>
            <a:off x="2450400" y="1344623"/>
            <a:ext cx="1647368" cy="11337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7" name="Google Shape;887;p23"/>
          <p:cNvCxnSpPr>
            <a:cxnSpLocks/>
            <a:stCxn id="863" idx="3"/>
          </p:cNvCxnSpPr>
          <p:nvPr/>
        </p:nvCxnSpPr>
        <p:spPr>
          <a:xfrm flipV="1">
            <a:off x="2417389" y="3246108"/>
            <a:ext cx="1647469" cy="1070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23"/>
          <p:cNvCxnSpPr>
            <a:cxnSpLocks/>
            <a:stCxn id="872" idx="1"/>
            <a:endCxn id="808" idx="6"/>
          </p:cNvCxnSpPr>
          <p:nvPr/>
        </p:nvCxnSpPr>
        <p:spPr>
          <a:xfrm rot="10800000" flipV="1">
            <a:off x="5236240" y="1089608"/>
            <a:ext cx="1511260" cy="138874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9" name="Google Shape;889;p23"/>
          <p:cNvCxnSpPr>
            <a:endCxn id="810" idx="6"/>
          </p:cNvCxnSpPr>
          <p:nvPr/>
        </p:nvCxnSpPr>
        <p:spPr>
          <a:xfrm rot="10800000">
            <a:off x="5236240" y="3047056"/>
            <a:ext cx="1475400" cy="682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4294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7" name="Google Shape;1897;p34"/>
          <p:cNvGrpSpPr/>
          <p:nvPr/>
        </p:nvGrpSpPr>
        <p:grpSpPr>
          <a:xfrm>
            <a:off x="685800" y="1510000"/>
            <a:ext cx="7772400" cy="916200"/>
            <a:chOff x="685800" y="1510000"/>
            <a:chExt cx="7772400" cy="916200"/>
          </a:xfrm>
        </p:grpSpPr>
        <p:sp>
          <p:nvSpPr>
            <p:cNvPr id="1898" name="Google Shape;1898;p34"/>
            <p:cNvSpPr/>
            <p:nvPr/>
          </p:nvSpPr>
          <p:spPr>
            <a:xfrm>
              <a:off x="685800" y="1510000"/>
              <a:ext cx="7772400" cy="9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00" name="Google Shape;1900;p34"/>
            <p:cNvSpPr txBox="1"/>
            <p:nvPr/>
          </p:nvSpPr>
          <p:spPr>
            <a:xfrm>
              <a:off x="1462037" y="1785588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Automate Product Scanning and Listing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03" name="Google Shape;1903;p34"/>
            <p:cNvSpPr txBox="1"/>
            <p:nvPr/>
          </p:nvSpPr>
          <p:spPr>
            <a:xfrm>
              <a:off x="5744573" y="1793800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Provide Real-time Notifications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05" name="Google Shape;1905;p34"/>
            <p:cNvSpPr txBox="1"/>
            <p:nvPr/>
          </p:nvSpPr>
          <p:spPr>
            <a:xfrm>
              <a:off x="685800" y="151000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sz="4000" b="1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06" name="Google Shape;1906;p34"/>
            <p:cNvSpPr txBox="1"/>
            <p:nvPr/>
          </p:nvSpPr>
          <p:spPr>
            <a:xfrm>
              <a:off x="7696100" y="151000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sz="4000" b="1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07" name="Google Shape;1907;p34"/>
          <p:cNvGrpSpPr/>
          <p:nvPr/>
        </p:nvGrpSpPr>
        <p:grpSpPr>
          <a:xfrm>
            <a:off x="685800" y="2450238"/>
            <a:ext cx="7772400" cy="916212"/>
            <a:chOff x="685800" y="2450238"/>
            <a:chExt cx="7772400" cy="916212"/>
          </a:xfrm>
        </p:grpSpPr>
        <p:sp>
          <p:nvSpPr>
            <p:cNvPr id="1908" name="Google Shape;1908;p34"/>
            <p:cNvSpPr/>
            <p:nvPr/>
          </p:nvSpPr>
          <p:spPr>
            <a:xfrm>
              <a:off x="685800" y="2450238"/>
              <a:ext cx="7772400" cy="916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10" name="Google Shape;1910;p34"/>
            <p:cNvSpPr txBox="1"/>
            <p:nvPr/>
          </p:nvSpPr>
          <p:spPr>
            <a:xfrm>
              <a:off x="1462037" y="2752211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Implement Real-time Item Removal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3" name="Google Shape;1913;p34"/>
            <p:cNvSpPr txBox="1"/>
            <p:nvPr/>
          </p:nvSpPr>
          <p:spPr>
            <a:xfrm>
              <a:off x="5715898" y="2725710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Reduce Manual Processes in Checkout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5" name="Google Shape;1915;p34"/>
            <p:cNvSpPr txBox="1"/>
            <p:nvPr/>
          </p:nvSpPr>
          <p:spPr>
            <a:xfrm>
              <a:off x="685800" y="245025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 dirty="0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sz="4000" b="1" dirty="0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6" name="Google Shape;1916;p34"/>
            <p:cNvSpPr txBox="1"/>
            <p:nvPr/>
          </p:nvSpPr>
          <p:spPr>
            <a:xfrm>
              <a:off x="7696100" y="245025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sz="4000" b="1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17" name="Google Shape;1917;p34"/>
          <p:cNvGrpSpPr/>
          <p:nvPr/>
        </p:nvGrpSpPr>
        <p:grpSpPr>
          <a:xfrm>
            <a:off x="685800" y="3390475"/>
            <a:ext cx="7772400" cy="916225"/>
            <a:chOff x="685800" y="3390475"/>
            <a:chExt cx="7772400" cy="916225"/>
          </a:xfrm>
        </p:grpSpPr>
        <p:sp>
          <p:nvSpPr>
            <p:cNvPr id="1918" name="Google Shape;1918;p34"/>
            <p:cNvSpPr/>
            <p:nvPr/>
          </p:nvSpPr>
          <p:spPr>
            <a:xfrm>
              <a:off x="685800" y="3390475"/>
              <a:ext cx="7772400" cy="916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20" name="Google Shape;1920;p34"/>
            <p:cNvSpPr txBox="1"/>
            <p:nvPr/>
          </p:nvSpPr>
          <p:spPr>
            <a:xfrm>
              <a:off x="1447787" y="3640363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Integrate Payment System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23" name="Google Shape;1923;p34"/>
            <p:cNvSpPr txBox="1"/>
            <p:nvPr/>
          </p:nvSpPr>
          <p:spPr>
            <a:xfrm>
              <a:off x="5744573" y="3640363"/>
              <a:ext cx="198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FFFF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Accurate Real-time Price Updates</a:t>
              </a:r>
              <a:endParaRPr sz="17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25" name="Google Shape;1925;p34"/>
            <p:cNvSpPr txBox="1"/>
            <p:nvPr/>
          </p:nvSpPr>
          <p:spPr>
            <a:xfrm>
              <a:off x="685800" y="339050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5</a:t>
              </a:r>
              <a:endParaRPr sz="4000" b="1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26" name="Google Shape;1926;p34"/>
            <p:cNvSpPr txBox="1"/>
            <p:nvPr/>
          </p:nvSpPr>
          <p:spPr>
            <a:xfrm>
              <a:off x="7696100" y="3390500"/>
              <a:ext cx="762000" cy="9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4000" b="1">
                  <a:solidFill>
                    <a:srgbClr val="FFFFFF"/>
                  </a:solidFill>
                  <a:latin typeface="Fira Sans" panose="020B0503050000020004" pitchFamily="34" charset="0"/>
                  <a:ea typeface="Fira Sans Extra Condensed"/>
                  <a:cs typeface="Fira Sans Extra Condensed"/>
                  <a:sym typeface="Fira Sans Extra Condensed"/>
                </a:rPr>
                <a:t>6</a:t>
              </a:r>
              <a:endParaRPr sz="4000" b="1">
                <a:solidFill>
                  <a:srgbClr val="FFFFFF"/>
                </a:solidFill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927" name="Google Shape;1927;p3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Project Objectives</a:t>
            </a:r>
            <a:endParaRPr sz="2400"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Fira Sans" panose="020B0503050000020004" pitchFamily="34" charset="0"/>
            </a:endParaRPr>
          </a:p>
        </p:txBody>
      </p:sp>
      <p:sp>
        <p:nvSpPr>
          <p:cNvPr id="1928" name="Google Shape;1928;p34"/>
          <p:cNvSpPr/>
          <p:nvPr/>
        </p:nvSpPr>
        <p:spPr>
          <a:xfrm>
            <a:off x="5350769" y="1698398"/>
            <a:ext cx="57793" cy="246663"/>
          </a:xfrm>
          <a:custGeom>
            <a:avLst/>
            <a:gdLst/>
            <a:ahLst/>
            <a:cxnLst/>
            <a:rect l="l" t="t" r="r" b="b"/>
            <a:pathLst>
              <a:path w="481" h="2053" extrusionOk="0">
                <a:moveTo>
                  <a:pt x="480" y="1808"/>
                </a:moveTo>
                <a:cubicBezTo>
                  <a:pt x="480" y="1942"/>
                  <a:pt x="375" y="2053"/>
                  <a:pt x="241" y="2053"/>
                </a:cubicBezTo>
                <a:cubicBezTo>
                  <a:pt x="106" y="2053"/>
                  <a:pt x="1" y="1942"/>
                  <a:pt x="1" y="1808"/>
                </a:cubicBezTo>
                <a:lnTo>
                  <a:pt x="1" y="240"/>
                </a:lnTo>
                <a:cubicBezTo>
                  <a:pt x="1" y="106"/>
                  <a:pt x="106" y="0"/>
                  <a:pt x="241" y="0"/>
                </a:cubicBezTo>
                <a:cubicBezTo>
                  <a:pt x="375" y="0"/>
                  <a:pt x="480" y="106"/>
                  <a:pt x="480" y="240"/>
                </a:cubicBezTo>
                <a:close/>
              </a:path>
            </a:pathLst>
          </a:custGeom>
          <a:solidFill>
            <a:srgbClr val="B1B5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29" name="Google Shape;1929;p34"/>
          <p:cNvSpPr/>
          <p:nvPr/>
        </p:nvSpPr>
        <p:spPr>
          <a:xfrm>
            <a:off x="5350769" y="2030237"/>
            <a:ext cx="57793" cy="246663"/>
          </a:xfrm>
          <a:custGeom>
            <a:avLst/>
            <a:gdLst/>
            <a:ahLst/>
            <a:cxnLst/>
            <a:rect l="l" t="t" r="r" b="b"/>
            <a:pathLst>
              <a:path w="481" h="2053" extrusionOk="0">
                <a:moveTo>
                  <a:pt x="480" y="1808"/>
                </a:moveTo>
                <a:cubicBezTo>
                  <a:pt x="480" y="1943"/>
                  <a:pt x="375" y="2053"/>
                  <a:pt x="241" y="2053"/>
                </a:cubicBezTo>
                <a:cubicBezTo>
                  <a:pt x="106" y="2053"/>
                  <a:pt x="1" y="1943"/>
                  <a:pt x="1" y="1808"/>
                </a:cubicBezTo>
                <a:lnTo>
                  <a:pt x="1" y="240"/>
                </a:lnTo>
                <a:cubicBezTo>
                  <a:pt x="1" y="106"/>
                  <a:pt x="106" y="0"/>
                  <a:pt x="241" y="0"/>
                </a:cubicBezTo>
                <a:cubicBezTo>
                  <a:pt x="375" y="0"/>
                  <a:pt x="480" y="106"/>
                  <a:pt x="480" y="240"/>
                </a:cubicBezTo>
                <a:close/>
              </a:path>
            </a:pathLst>
          </a:custGeom>
          <a:solidFill>
            <a:srgbClr val="B1B5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0" name="Google Shape;1930;p34"/>
          <p:cNvSpPr/>
          <p:nvPr/>
        </p:nvSpPr>
        <p:spPr>
          <a:xfrm>
            <a:off x="3735263" y="1652263"/>
            <a:ext cx="57793" cy="155110"/>
          </a:xfrm>
          <a:custGeom>
            <a:avLst/>
            <a:gdLst/>
            <a:ahLst/>
            <a:cxnLst/>
            <a:rect l="l" t="t" r="r" b="b"/>
            <a:pathLst>
              <a:path w="481" h="1291" extrusionOk="0">
                <a:moveTo>
                  <a:pt x="480" y="1046"/>
                </a:moveTo>
                <a:cubicBezTo>
                  <a:pt x="480" y="1180"/>
                  <a:pt x="375" y="1291"/>
                  <a:pt x="241" y="1291"/>
                </a:cubicBezTo>
                <a:cubicBezTo>
                  <a:pt x="106" y="1291"/>
                  <a:pt x="1" y="1180"/>
                  <a:pt x="1" y="1046"/>
                </a:cubicBezTo>
                <a:lnTo>
                  <a:pt x="1" y="245"/>
                </a:lnTo>
                <a:cubicBezTo>
                  <a:pt x="1" y="111"/>
                  <a:pt x="106" y="1"/>
                  <a:pt x="241" y="1"/>
                </a:cubicBezTo>
                <a:cubicBezTo>
                  <a:pt x="375" y="1"/>
                  <a:pt x="480" y="111"/>
                  <a:pt x="480" y="245"/>
                </a:cubicBezTo>
                <a:close/>
              </a:path>
            </a:pathLst>
          </a:custGeom>
          <a:solidFill>
            <a:srgbClr val="D8DE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1" name="Google Shape;1931;p34"/>
          <p:cNvSpPr/>
          <p:nvPr/>
        </p:nvSpPr>
        <p:spPr>
          <a:xfrm>
            <a:off x="3764098" y="1049138"/>
            <a:ext cx="1615691" cy="3701744"/>
          </a:xfrm>
          <a:custGeom>
            <a:avLst/>
            <a:gdLst/>
            <a:ahLst/>
            <a:cxnLst/>
            <a:rect l="l" t="t" r="r" b="b"/>
            <a:pathLst>
              <a:path w="13447" h="30810" extrusionOk="0">
                <a:moveTo>
                  <a:pt x="1914" y="0"/>
                </a:moveTo>
                <a:cubicBezTo>
                  <a:pt x="859" y="0"/>
                  <a:pt x="1" y="854"/>
                  <a:pt x="1" y="1909"/>
                </a:cubicBezTo>
                <a:lnTo>
                  <a:pt x="1" y="1909"/>
                </a:lnTo>
                <a:lnTo>
                  <a:pt x="1" y="28906"/>
                </a:lnTo>
                <a:cubicBezTo>
                  <a:pt x="1" y="29956"/>
                  <a:pt x="859" y="30810"/>
                  <a:pt x="1914" y="30810"/>
                </a:cubicBezTo>
                <a:lnTo>
                  <a:pt x="1914" y="30810"/>
                </a:lnTo>
                <a:lnTo>
                  <a:pt x="11533" y="30810"/>
                </a:lnTo>
                <a:cubicBezTo>
                  <a:pt x="12593" y="30810"/>
                  <a:pt x="13447" y="29956"/>
                  <a:pt x="13447" y="28906"/>
                </a:cubicBezTo>
                <a:lnTo>
                  <a:pt x="13447" y="28906"/>
                </a:lnTo>
                <a:lnTo>
                  <a:pt x="13447" y="1909"/>
                </a:lnTo>
                <a:cubicBezTo>
                  <a:pt x="13447" y="854"/>
                  <a:pt x="12593" y="0"/>
                  <a:pt x="11533" y="0"/>
                </a:cubicBezTo>
                <a:lnTo>
                  <a:pt x="1153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2" name="Google Shape;1932;p34"/>
          <p:cNvSpPr/>
          <p:nvPr/>
        </p:nvSpPr>
        <p:spPr>
          <a:xfrm>
            <a:off x="4463598" y="1287024"/>
            <a:ext cx="312877" cy="34723"/>
          </a:xfrm>
          <a:custGeom>
            <a:avLst/>
            <a:gdLst/>
            <a:ahLst/>
            <a:cxnLst/>
            <a:rect l="l" t="t" r="r" b="b"/>
            <a:pathLst>
              <a:path w="2604" h="289" extrusionOk="0">
                <a:moveTo>
                  <a:pt x="144" y="0"/>
                </a:moveTo>
                <a:cubicBezTo>
                  <a:pt x="67" y="0"/>
                  <a:pt x="0" y="63"/>
                  <a:pt x="0" y="144"/>
                </a:cubicBezTo>
                <a:cubicBezTo>
                  <a:pt x="0" y="221"/>
                  <a:pt x="67" y="288"/>
                  <a:pt x="144" y="288"/>
                </a:cubicBezTo>
                <a:lnTo>
                  <a:pt x="2465" y="288"/>
                </a:lnTo>
                <a:cubicBezTo>
                  <a:pt x="2542" y="288"/>
                  <a:pt x="2604" y="221"/>
                  <a:pt x="2604" y="144"/>
                </a:cubicBezTo>
                <a:cubicBezTo>
                  <a:pt x="2604" y="63"/>
                  <a:pt x="2542" y="0"/>
                  <a:pt x="2465" y="0"/>
                </a:cubicBezTo>
                <a:close/>
              </a:path>
            </a:pathLst>
          </a:custGeom>
          <a:solidFill>
            <a:srgbClr val="B1B5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3" name="Google Shape;1933;p34"/>
          <p:cNvSpPr/>
          <p:nvPr/>
        </p:nvSpPr>
        <p:spPr>
          <a:xfrm>
            <a:off x="4475613" y="1297957"/>
            <a:ext cx="287044" cy="23789"/>
          </a:xfrm>
          <a:custGeom>
            <a:avLst/>
            <a:gdLst/>
            <a:ahLst/>
            <a:cxnLst/>
            <a:rect l="l" t="t" r="r" b="b"/>
            <a:pathLst>
              <a:path w="2389" h="198" extrusionOk="0">
                <a:moveTo>
                  <a:pt x="97" y="1"/>
                </a:moveTo>
                <a:cubicBezTo>
                  <a:pt x="44" y="1"/>
                  <a:pt x="1" y="44"/>
                  <a:pt x="1" y="96"/>
                </a:cubicBezTo>
                <a:cubicBezTo>
                  <a:pt x="1" y="154"/>
                  <a:pt x="44" y="197"/>
                  <a:pt x="97" y="197"/>
                </a:cubicBezTo>
                <a:lnTo>
                  <a:pt x="2293" y="197"/>
                </a:lnTo>
                <a:cubicBezTo>
                  <a:pt x="2346" y="197"/>
                  <a:pt x="2389" y="154"/>
                  <a:pt x="2389" y="96"/>
                </a:cubicBezTo>
                <a:cubicBezTo>
                  <a:pt x="2389" y="44"/>
                  <a:pt x="2346" y="1"/>
                  <a:pt x="2293" y="1"/>
                </a:cubicBezTo>
                <a:close/>
              </a:path>
            </a:pathLst>
          </a:custGeom>
          <a:solidFill>
            <a:srgbClr val="DBDF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4" name="Google Shape;1934;p34"/>
          <p:cNvSpPr/>
          <p:nvPr/>
        </p:nvSpPr>
        <p:spPr>
          <a:xfrm>
            <a:off x="4367360" y="1287024"/>
            <a:ext cx="34604" cy="3472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144" y="0"/>
                </a:moveTo>
                <a:cubicBezTo>
                  <a:pt x="63" y="0"/>
                  <a:pt x="0" y="63"/>
                  <a:pt x="0" y="144"/>
                </a:cubicBezTo>
                <a:cubicBezTo>
                  <a:pt x="0" y="221"/>
                  <a:pt x="63" y="288"/>
                  <a:pt x="144" y="288"/>
                </a:cubicBezTo>
                <a:cubicBezTo>
                  <a:pt x="221" y="288"/>
                  <a:pt x="288" y="221"/>
                  <a:pt x="288" y="144"/>
                </a:cubicBezTo>
                <a:cubicBezTo>
                  <a:pt x="288" y="63"/>
                  <a:pt x="221" y="0"/>
                  <a:pt x="144" y="0"/>
                </a:cubicBezTo>
                <a:close/>
              </a:path>
            </a:pathLst>
          </a:custGeom>
          <a:solidFill>
            <a:srgbClr val="B1B5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5" name="Google Shape;1935;p34"/>
          <p:cNvSpPr/>
          <p:nvPr/>
        </p:nvSpPr>
        <p:spPr>
          <a:xfrm>
            <a:off x="4461796" y="4414861"/>
            <a:ext cx="234658" cy="234047"/>
          </a:xfrm>
          <a:custGeom>
            <a:avLst/>
            <a:gdLst/>
            <a:ahLst/>
            <a:cxnLst/>
            <a:rect l="l" t="t" r="r" b="b"/>
            <a:pathLst>
              <a:path w="1953" h="1948" extrusionOk="0">
                <a:moveTo>
                  <a:pt x="979" y="0"/>
                </a:moveTo>
                <a:cubicBezTo>
                  <a:pt x="437" y="0"/>
                  <a:pt x="1" y="437"/>
                  <a:pt x="1" y="974"/>
                </a:cubicBezTo>
                <a:cubicBezTo>
                  <a:pt x="1" y="1511"/>
                  <a:pt x="437" y="1947"/>
                  <a:pt x="979" y="1947"/>
                </a:cubicBezTo>
                <a:cubicBezTo>
                  <a:pt x="1516" y="1947"/>
                  <a:pt x="1952" y="1511"/>
                  <a:pt x="1952" y="974"/>
                </a:cubicBezTo>
                <a:cubicBezTo>
                  <a:pt x="1952" y="437"/>
                  <a:pt x="1516" y="0"/>
                  <a:pt x="979" y="0"/>
                </a:cubicBezTo>
                <a:close/>
              </a:path>
            </a:pathLst>
          </a:custGeom>
          <a:solidFill>
            <a:srgbClr val="B1B5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6" name="Google Shape;1936;p34"/>
          <p:cNvSpPr/>
          <p:nvPr/>
        </p:nvSpPr>
        <p:spPr>
          <a:xfrm>
            <a:off x="4472729" y="4425193"/>
            <a:ext cx="212790" cy="213262"/>
          </a:xfrm>
          <a:custGeom>
            <a:avLst/>
            <a:gdLst/>
            <a:ahLst/>
            <a:cxnLst/>
            <a:rect l="l" t="t" r="r" b="b"/>
            <a:pathLst>
              <a:path w="1771" h="1775" extrusionOk="0">
                <a:moveTo>
                  <a:pt x="883" y="1"/>
                </a:moveTo>
                <a:cubicBezTo>
                  <a:pt x="394" y="1"/>
                  <a:pt x="1" y="399"/>
                  <a:pt x="1" y="888"/>
                </a:cubicBezTo>
                <a:cubicBezTo>
                  <a:pt x="1" y="1377"/>
                  <a:pt x="394" y="1775"/>
                  <a:pt x="883" y="1775"/>
                </a:cubicBezTo>
                <a:cubicBezTo>
                  <a:pt x="1377" y="1775"/>
                  <a:pt x="1770" y="1377"/>
                  <a:pt x="1770" y="888"/>
                </a:cubicBezTo>
                <a:cubicBezTo>
                  <a:pt x="1770" y="399"/>
                  <a:pt x="1377" y="1"/>
                  <a:pt x="88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7" name="Google Shape;1937;p34"/>
          <p:cNvSpPr/>
          <p:nvPr/>
        </p:nvSpPr>
        <p:spPr>
          <a:xfrm>
            <a:off x="3802665" y="1510012"/>
            <a:ext cx="1533867" cy="2796673"/>
          </a:xfrm>
          <a:custGeom>
            <a:avLst/>
            <a:gdLst/>
            <a:ahLst/>
            <a:cxnLst/>
            <a:rect l="l" t="t" r="r" b="b"/>
            <a:pathLst>
              <a:path w="12766" h="23277" extrusionOk="0">
                <a:moveTo>
                  <a:pt x="1" y="23277"/>
                </a:moveTo>
                <a:lnTo>
                  <a:pt x="12766" y="23277"/>
                </a:lnTo>
                <a:lnTo>
                  <a:pt x="12766" y="0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8" name="Google Shape;1938;p34"/>
          <p:cNvSpPr/>
          <p:nvPr/>
        </p:nvSpPr>
        <p:spPr>
          <a:xfrm>
            <a:off x="4156788" y="1552975"/>
            <a:ext cx="830400" cy="83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39" name="Google Shape;1939;p34"/>
          <p:cNvSpPr/>
          <p:nvPr/>
        </p:nvSpPr>
        <p:spPr>
          <a:xfrm>
            <a:off x="4156788" y="2493138"/>
            <a:ext cx="830400" cy="83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sp>
        <p:nvSpPr>
          <p:cNvPr id="1940" name="Google Shape;1940;p34"/>
          <p:cNvSpPr/>
          <p:nvPr/>
        </p:nvSpPr>
        <p:spPr>
          <a:xfrm>
            <a:off x="4156788" y="3407738"/>
            <a:ext cx="830400" cy="83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 panose="020B0503050000020004" pitchFamily="34" charset="0"/>
            </a:endParaRPr>
          </a:p>
        </p:txBody>
      </p:sp>
      <p:grpSp>
        <p:nvGrpSpPr>
          <p:cNvPr id="1941" name="Google Shape;1941;p34"/>
          <p:cNvGrpSpPr/>
          <p:nvPr/>
        </p:nvGrpSpPr>
        <p:grpSpPr>
          <a:xfrm>
            <a:off x="4298669" y="1683075"/>
            <a:ext cx="546637" cy="570191"/>
            <a:chOff x="5114140" y="1933975"/>
            <a:chExt cx="319970" cy="333777"/>
          </a:xfrm>
        </p:grpSpPr>
        <p:sp>
          <p:nvSpPr>
            <p:cNvPr id="1942" name="Google Shape;1942;p34"/>
            <p:cNvSpPr/>
            <p:nvPr/>
          </p:nvSpPr>
          <p:spPr>
            <a:xfrm>
              <a:off x="5329923" y="2000495"/>
              <a:ext cx="85321" cy="147272"/>
            </a:xfrm>
            <a:custGeom>
              <a:avLst/>
              <a:gdLst/>
              <a:ahLst/>
              <a:cxnLst/>
              <a:rect l="l" t="t" r="r" b="b"/>
              <a:pathLst>
                <a:path w="2614" h="4512" extrusionOk="0">
                  <a:moveTo>
                    <a:pt x="605" y="1"/>
                  </a:moveTo>
                  <a:lnTo>
                    <a:pt x="1" y="2643"/>
                  </a:lnTo>
                  <a:lnTo>
                    <a:pt x="234" y="4511"/>
                  </a:lnTo>
                  <a:lnTo>
                    <a:pt x="1961" y="4511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04A6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5164340" y="2000495"/>
              <a:ext cx="96060" cy="147272"/>
            </a:xfrm>
            <a:custGeom>
              <a:avLst/>
              <a:gdLst/>
              <a:ahLst/>
              <a:cxnLst/>
              <a:rect l="l" t="t" r="r" b="b"/>
              <a:pathLst>
                <a:path w="2943" h="4512" extrusionOk="0">
                  <a:moveTo>
                    <a:pt x="0" y="1"/>
                  </a:moveTo>
                  <a:lnTo>
                    <a:pt x="686" y="4511"/>
                  </a:lnTo>
                  <a:lnTo>
                    <a:pt x="2769" y="4511"/>
                  </a:lnTo>
                  <a:lnTo>
                    <a:pt x="2943" y="2643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5288209" y="2000495"/>
              <a:ext cx="61363" cy="147272"/>
            </a:xfrm>
            <a:custGeom>
              <a:avLst/>
              <a:gdLst/>
              <a:ahLst/>
              <a:cxnLst/>
              <a:rect l="l" t="t" r="r" b="b"/>
              <a:pathLst>
                <a:path w="1880" h="4512" extrusionOk="0">
                  <a:moveTo>
                    <a:pt x="245" y="1"/>
                  </a:moveTo>
                  <a:lnTo>
                    <a:pt x="0" y="2428"/>
                  </a:lnTo>
                  <a:lnTo>
                    <a:pt x="245" y="4511"/>
                  </a:lnTo>
                  <a:lnTo>
                    <a:pt x="1512" y="4511"/>
                  </a:lnTo>
                  <a:lnTo>
                    <a:pt x="18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5242578" y="2000495"/>
              <a:ext cx="53399" cy="147272"/>
            </a:xfrm>
            <a:custGeom>
              <a:avLst/>
              <a:gdLst/>
              <a:ahLst/>
              <a:cxnLst/>
              <a:rect l="l" t="t" r="r" b="b"/>
              <a:pathLst>
                <a:path w="1636" h="4512" extrusionOk="0">
                  <a:moveTo>
                    <a:pt x="1" y="1"/>
                  </a:moveTo>
                  <a:lnTo>
                    <a:pt x="368" y="4511"/>
                  </a:lnTo>
                  <a:lnTo>
                    <a:pt x="1635" y="4511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65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5288078" y="1984175"/>
              <a:ext cx="146031" cy="19617"/>
            </a:xfrm>
            <a:custGeom>
              <a:avLst/>
              <a:gdLst/>
              <a:ahLst/>
              <a:cxnLst/>
              <a:rect l="l" t="t" r="r" b="b"/>
              <a:pathLst>
                <a:path w="4474" h="601" extrusionOk="0">
                  <a:moveTo>
                    <a:pt x="245" y="1"/>
                  </a:moveTo>
                  <a:lnTo>
                    <a:pt x="0" y="371"/>
                  </a:lnTo>
                  <a:lnTo>
                    <a:pt x="245" y="601"/>
                  </a:lnTo>
                  <a:lnTo>
                    <a:pt x="4474" y="601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5114140" y="1933975"/>
              <a:ext cx="181837" cy="290235"/>
            </a:xfrm>
            <a:custGeom>
              <a:avLst/>
              <a:gdLst/>
              <a:ahLst/>
              <a:cxnLst/>
              <a:rect l="l" t="t" r="r" b="b"/>
              <a:pathLst>
                <a:path w="5571" h="8892" extrusionOk="0">
                  <a:moveTo>
                    <a:pt x="0" y="1"/>
                  </a:moveTo>
                  <a:lnTo>
                    <a:pt x="0" y="601"/>
                  </a:lnTo>
                  <a:lnTo>
                    <a:pt x="1067" y="601"/>
                  </a:lnTo>
                  <a:lnTo>
                    <a:pt x="2331" y="8891"/>
                  </a:lnTo>
                  <a:lnTo>
                    <a:pt x="2924" y="8802"/>
                  </a:lnTo>
                  <a:lnTo>
                    <a:pt x="1909" y="2139"/>
                  </a:lnTo>
                  <a:lnTo>
                    <a:pt x="5570" y="2139"/>
                  </a:lnTo>
                  <a:lnTo>
                    <a:pt x="5570" y="1539"/>
                  </a:lnTo>
                  <a:lnTo>
                    <a:pt x="1816" y="1539"/>
                  </a:lnTo>
                  <a:lnTo>
                    <a:pt x="15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5267254" y="2213634"/>
              <a:ext cx="45043" cy="19519"/>
            </a:xfrm>
            <a:custGeom>
              <a:avLst/>
              <a:gdLst/>
              <a:ahLst/>
              <a:cxnLst/>
              <a:rect l="l" t="t" r="r" b="b"/>
              <a:pathLst>
                <a:path w="1380" h="598" extrusionOk="0">
                  <a:moveTo>
                    <a:pt x="1" y="1"/>
                  </a:moveTo>
                  <a:lnTo>
                    <a:pt x="1" y="598"/>
                  </a:lnTo>
                  <a:lnTo>
                    <a:pt x="1380" y="598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5196752" y="2188730"/>
              <a:ext cx="75888" cy="69229"/>
            </a:xfrm>
            <a:custGeom>
              <a:avLst/>
              <a:gdLst/>
              <a:ahLst/>
              <a:cxnLst/>
              <a:rect l="l" t="t" r="r" b="b"/>
              <a:pathLst>
                <a:path w="2325" h="2121" extrusionOk="0">
                  <a:moveTo>
                    <a:pt x="1163" y="0"/>
                  </a:moveTo>
                  <a:cubicBezTo>
                    <a:pt x="892" y="0"/>
                    <a:pt x="621" y="104"/>
                    <a:pt x="415" y="312"/>
                  </a:cubicBezTo>
                  <a:cubicBezTo>
                    <a:pt x="0" y="727"/>
                    <a:pt x="0" y="1394"/>
                    <a:pt x="415" y="1809"/>
                  </a:cubicBezTo>
                  <a:cubicBezTo>
                    <a:pt x="621" y="2017"/>
                    <a:pt x="892" y="2120"/>
                    <a:pt x="1163" y="2120"/>
                  </a:cubicBezTo>
                  <a:cubicBezTo>
                    <a:pt x="1434" y="2120"/>
                    <a:pt x="1705" y="2017"/>
                    <a:pt x="1913" y="1809"/>
                  </a:cubicBezTo>
                  <a:cubicBezTo>
                    <a:pt x="2324" y="1394"/>
                    <a:pt x="2324" y="727"/>
                    <a:pt x="1913" y="312"/>
                  </a:cubicBezTo>
                  <a:cubicBezTo>
                    <a:pt x="1705" y="104"/>
                    <a:pt x="1434" y="0"/>
                    <a:pt x="1163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5190322" y="2179036"/>
              <a:ext cx="88716" cy="88716"/>
            </a:xfrm>
            <a:custGeom>
              <a:avLst/>
              <a:gdLst/>
              <a:ahLst/>
              <a:cxnLst/>
              <a:rect l="l" t="t" r="r" b="b"/>
              <a:pathLst>
                <a:path w="2718" h="2718" extrusionOk="0">
                  <a:moveTo>
                    <a:pt x="1361" y="598"/>
                  </a:moveTo>
                  <a:cubicBezTo>
                    <a:pt x="1780" y="598"/>
                    <a:pt x="2121" y="939"/>
                    <a:pt x="2121" y="1357"/>
                  </a:cubicBezTo>
                  <a:cubicBezTo>
                    <a:pt x="2121" y="1776"/>
                    <a:pt x="1780" y="2117"/>
                    <a:pt x="1361" y="2117"/>
                  </a:cubicBezTo>
                  <a:cubicBezTo>
                    <a:pt x="942" y="2117"/>
                    <a:pt x="601" y="1776"/>
                    <a:pt x="601" y="1357"/>
                  </a:cubicBezTo>
                  <a:cubicBezTo>
                    <a:pt x="601" y="939"/>
                    <a:pt x="942" y="598"/>
                    <a:pt x="1361" y="598"/>
                  </a:cubicBezTo>
                  <a:close/>
                  <a:moveTo>
                    <a:pt x="1361" y="1"/>
                  </a:moveTo>
                  <a:cubicBezTo>
                    <a:pt x="612" y="1"/>
                    <a:pt x="1" y="609"/>
                    <a:pt x="1" y="1357"/>
                  </a:cubicBezTo>
                  <a:cubicBezTo>
                    <a:pt x="1" y="2106"/>
                    <a:pt x="612" y="2718"/>
                    <a:pt x="1361" y="2718"/>
                  </a:cubicBezTo>
                  <a:cubicBezTo>
                    <a:pt x="2110" y="2718"/>
                    <a:pt x="2717" y="2106"/>
                    <a:pt x="2717" y="1357"/>
                  </a:cubicBezTo>
                  <a:cubicBezTo>
                    <a:pt x="2717" y="609"/>
                    <a:pt x="2110" y="1"/>
                    <a:pt x="13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5306226" y="2188828"/>
              <a:ext cx="75888" cy="69132"/>
            </a:xfrm>
            <a:custGeom>
              <a:avLst/>
              <a:gdLst/>
              <a:ahLst/>
              <a:cxnLst/>
              <a:rect l="l" t="t" r="r" b="b"/>
              <a:pathLst>
                <a:path w="2325" h="2118" extrusionOk="0">
                  <a:moveTo>
                    <a:pt x="1163" y="0"/>
                  </a:moveTo>
                  <a:cubicBezTo>
                    <a:pt x="892" y="0"/>
                    <a:pt x="621" y="103"/>
                    <a:pt x="415" y="309"/>
                  </a:cubicBezTo>
                  <a:cubicBezTo>
                    <a:pt x="0" y="724"/>
                    <a:pt x="0" y="1395"/>
                    <a:pt x="415" y="1806"/>
                  </a:cubicBezTo>
                  <a:cubicBezTo>
                    <a:pt x="621" y="2014"/>
                    <a:pt x="892" y="2117"/>
                    <a:pt x="1163" y="2117"/>
                  </a:cubicBezTo>
                  <a:cubicBezTo>
                    <a:pt x="1434" y="2117"/>
                    <a:pt x="1705" y="2014"/>
                    <a:pt x="1913" y="1806"/>
                  </a:cubicBezTo>
                  <a:cubicBezTo>
                    <a:pt x="2324" y="1395"/>
                    <a:pt x="2324" y="724"/>
                    <a:pt x="1913" y="309"/>
                  </a:cubicBezTo>
                  <a:cubicBezTo>
                    <a:pt x="1705" y="103"/>
                    <a:pt x="1434" y="0"/>
                    <a:pt x="1163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5299927" y="2179036"/>
              <a:ext cx="88716" cy="88716"/>
            </a:xfrm>
            <a:custGeom>
              <a:avLst/>
              <a:gdLst/>
              <a:ahLst/>
              <a:cxnLst/>
              <a:rect l="l" t="t" r="r" b="b"/>
              <a:pathLst>
                <a:path w="2718" h="2718" extrusionOk="0">
                  <a:moveTo>
                    <a:pt x="1357" y="598"/>
                  </a:moveTo>
                  <a:cubicBezTo>
                    <a:pt x="1776" y="598"/>
                    <a:pt x="2117" y="939"/>
                    <a:pt x="2117" y="1357"/>
                  </a:cubicBezTo>
                  <a:cubicBezTo>
                    <a:pt x="2117" y="1776"/>
                    <a:pt x="1776" y="2117"/>
                    <a:pt x="1357" y="2117"/>
                  </a:cubicBezTo>
                  <a:cubicBezTo>
                    <a:pt x="938" y="2117"/>
                    <a:pt x="597" y="1776"/>
                    <a:pt x="597" y="1357"/>
                  </a:cubicBezTo>
                  <a:cubicBezTo>
                    <a:pt x="597" y="939"/>
                    <a:pt x="938" y="598"/>
                    <a:pt x="1357" y="598"/>
                  </a:cubicBezTo>
                  <a:close/>
                  <a:moveTo>
                    <a:pt x="1357" y="1"/>
                  </a:moveTo>
                  <a:cubicBezTo>
                    <a:pt x="608" y="1"/>
                    <a:pt x="1" y="609"/>
                    <a:pt x="1" y="1357"/>
                  </a:cubicBezTo>
                  <a:cubicBezTo>
                    <a:pt x="1" y="2106"/>
                    <a:pt x="608" y="2718"/>
                    <a:pt x="1357" y="2718"/>
                  </a:cubicBezTo>
                  <a:cubicBezTo>
                    <a:pt x="2106" y="2718"/>
                    <a:pt x="2717" y="2106"/>
                    <a:pt x="2717" y="1357"/>
                  </a:cubicBezTo>
                  <a:cubicBezTo>
                    <a:pt x="2717" y="609"/>
                    <a:pt x="2106" y="1"/>
                    <a:pt x="1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</p:grpSp>
      <p:grpSp>
        <p:nvGrpSpPr>
          <p:cNvPr id="1953" name="Google Shape;1953;p34"/>
          <p:cNvGrpSpPr/>
          <p:nvPr/>
        </p:nvGrpSpPr>
        <p:grpSpPr>
          <a:xfrm>
            <a:off x="4299171" y="3537850"/>
            <a:ext cx="545633" cy="570191"/>
            <a:chOff x="5868711" y="1933975"/>
            <a:chExt cx="319382" cy="333777"/>
          </a:xfrm>
        </p:grpSpPr>
        <p:sp>
          <p:nvSpPr>
            <p:cNvPr id="1954" name="Google Shape;1954;p34"/>
            <p:cNvSpPr/>
            <p:nvPr/>
          </p:nvSpPr>
          <p:spPr>
            <a:xfrm>
              <a:off x="6084037" y="2000495"/>
              <a:ext cx="85321" cy="147272"/>
            </a:xfrm>
            <a:custGeom>
              <a:avLst/>
              <a:gdLst/>
              <a:ahLst/>
              <a:cxnLst/>
              <a:rect l="l" t="t" r="r" b="b"/>
              <a:pathLst>
                <a:path w="2614" h="4512" extrusionOk="0">
                  <a:moveTo>
                    <a:pt x="601" y="1"/>
                  </a:moveTo>
                  <a:lnTo>
                    <a:pt x="0" y="2643"/>
                  </a:lnTo>
                  <a:lnTo>
                    <a:pt x="234" y="4511"/>
                  </a:lnTo>
                  <a:lnTo>
                    <a:pt x="1961" y="4511"/>
                  </a:lnTo>
                  <a:lnTo>
                    <a:pt x="26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5" name="Google Shape;1955;p34"/>
            <p:cNvSpPr/>
            <p:nvPr/>
          </p:nvSpPr>
          <p:spPr>
            <a:xfrm>
              <a:off x="5918422" y="2000495"/>
              <a:ext cx="95962" cy="147272"/>
            </a:xfrm>
            <a:custGeom>
              <a:avLst/>
              <a:gdLst/>
              <a:ahLst/>
              <a:cxnLst/>
              <a:rect l="l" t="t" r="r" b="b"/>
              <a:pathLst>
                <a:path w="2940" h="4512" extrusionOk="0">
                  <a:moveTo>
                    <a:pt x="1" y="1"/>
                  </a:moveTo>
                  <a:lnTo>
                    <a:pt x="686" y="4511"/>
                  </a:lnTo>
                  <a:lnTo>
                    <a:pt x="2769" y="4511"/>
                  </a:lnTo>
                  <a:lnTo>
                    <a:pt x="2940" y="2643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6" name="Google Shape;1956;p34"/>
            <p:cNvSpPr/>
            <p:nvPr/>
          </p:nvSpPr>
          <p:spPr>
            <a:xfrm>
              <a:off x="6042291" y="2000495"/>
              <a:ext cx="61363" cy="147272"/>
            </a:xfrm>
            <a:custGeom>
              <a:avLst/>
              <a:gdLst/>
              <a:ahLst/>
              <a:cxnLst/>
              <a:rect l="l" t="t" r="r" b="b"/>
              <a:pathLst>
                <a:path w="1880" h="4512" extrusionOk="0">
                  <a:moveTo>
                    <a:pt x="245" y="1"/>
                  </a:moveTo>
                  <a:lnTo>
                    <a:pt x="1" y="2428"/>
                  </a:lnTo>
                  <a:lnTo>
                    <a:pt x="245" y="4511"/>
                  </a:lnTo>
                  <a:lnTo>
                    <a:pt x="1513" y="4511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7" name="Google Shape;1957;p34"/>
            <p:cNvSpPr/>
            <p:nvPr/>
          </p:nvSpPr>
          <p:spPr>
            <a:xfrm>
              <a:off x="5997313" y="2000495"/>
              <a:ext cx="53236" cy="147272"/>
            </a:xfrm>
            <a:custGeom>
              <a:avLst/>
              <a:gdLst/>
              <a:ahLst/>
              <a:cxnLst/>
              <a:rect l="l" t="t" r="r" b="b"/>
              <a:pathLst>
                <a:path w="1631" h="4512" extrusionOk="0">
                  <a:moveTo>
                    <a:pt x="0" y="1"/>
                  </a:moveTo>
                  <a:lnTo>
                    <a:pt x="367" y="4511"/>
                  </a:lnTo>
                  <a:lnTo>
                    <a:pt x="1631" y="4511"/>
                  </a:lnTo>
                  <a:lnTo>
                    <a:pt x="1631" y="1"/>
                  </a:lnTo>
                  <a:close/>
                </a:path>
              </a:pathLst>
            </a:custGeom>
            <a:solidFill>
              <a:srgbClr val="FF92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8" name="Google Shape;1958;p34"/>
            <p:cNvSpPr/>
            <p:nvPr/>
          </p:nvSpPr>
          <p:spPr>
            <a:xfrm>
              <a:off x="6042062" y="1984175"/>
              <a:ext cx="146031" cy="19617"/>
            </a:xfrm>
            <a:custGeom>
              <a:avLst/>
              <a:gdLst/>
              <a:ahLst/>
              <a:cxnLst/>
              <a:rect l="l" t="t" r="r" b="b"/>
              <a:pathLst>
                <a:path w="4474" h="601" extrusionOk="0">
                  <a:moveTo>
                    <a:pt x="245" y="1"/>
                  </a:moveTo>
                  <a:lnTo>
                    <a:pt x="0" y="371"/>
                  </a:lnTo>
                  <a:lnTo>
                    <a:pt x="245" y="601"/>
                  </a:lnTo>
                  <a:lnTo>
                    <a:pt x="4474" y="601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59" name="Google Shape;1959;p34"/>
            <p:cNvSpPr/>
            <p:nvPr/>
          </p:nvSpPr>
          <p:spPr>
            <a:xfrm>
              <a:off x="5868711" y="1933975"/>
              <a:ext cx="181837" cy="290235"/>
            </a:xfrm>
            <a:custGeom>
              <a:avLst/>
              <a:gdLst/>
              <a:ahLst/>
              <a:cxnLst/>
              <a:rect l="l" t="t" r="r" b="b"/>
              <a:pathLst>
                <a:path w="5571" h="8892" extrusionOk="0">
                  <a:moveTo>
                    <a:pt x="1" y="1"/>
                  </a:moveTo>
                  <a:lnTo>
                    <a:pt x="1" y="601"/>
                  </a:lnTo>
                  <a:lnTo>
                    <a:pt x="1068" y="601"/>
                  </a:lnTo>
                  <a:lnTo>
                    <a:pt x="2332" y="8891"/>
                  </a:lnTo>
                  <a:lnTo>
                    <a:pt x="2925" y="8802"/>
                  </a:lnTo>
                  <a:lnTo>
                    <a:pt x="1909" y="2139"/>
                  </a:lnTo>
                  <a:lnTo>
                    <a:pt x="5571" y="2139"/>
                  </a:lnTo>
                  <a:lnTo>
                    <a:pt x="5571" y="1539"/>
                  </a:lnTo>
                  <a:lnTo>
                    <a:pt x="1820" y="1539"/>
                  </a:lnTo>
                  <a:lnTo>
                    <a:pt x="15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0" name="Google Shape;1960;p34"/>
            <p:cNvSpPr/>
            <p:nvPr/>
          </p:nvSpPr>
          <p:spPr>
            <a:xfrm>
              <a:off x="6021238" y="2213634"/>
              <a:ext cx="45043" cy="19519"/>
            </a:xfrm>
            <a:custGeom>
              <a:avLst/>
              <a:gdLst/>
              <a:ahLst/>
              <a:cxnLst/>
              <a:rect l="l" t="t" r="r" b="b"/>
              <a:pathLst>
                <a:path w="1380" h="598" extrusionOk="0">
                  <a:moveTo>
                    <a:pt x="1" y="1"/>
                  </a:moveTo>
                  <a:lnTo>
                    <a:pt x="1" y="598"/>
                  </a:lnTo>
                  <a:lnTo>
                    <a:pt x="1380" y="598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1" name="Google Shape;1961;p34"/>
            <p:cNvSpPr/>
            <p:nvPr/>
          </p:nvSpPr>
          <p:spPr>
            <a:xfrm>
              <a:off x="5950866" y="2188730"/>
              <a:ext cx="75855" cy="69229"/>
            </a:xfrm>
            <a:custGeom>
              <a:avLst/>
              <a:gdLst/>
              <a:ahLst/>
              <a:cxnLst/>
              <a:rect l="l" t="t" r="r" b="b"/>
              <a:pathLst>
                <a:path w="2324" h="2121" extrusionOk="0">
                  <a:moveTo>
                    <a:pt x="1161" y="0"/>
                  </a:moveTo>
                  <a:cubicBezTo>
                    <a:pt x="890" y="0"/>
                    <a:pt x="619" y="104"/>
                    <a:pt x="411" y="312"/>
                  </a:cubicBezTo>
                  <a:cubicBezTo>
                    <a:pt x="0" y="727"/>
                    <a:pt x="0" y="1394"/>
                    <a:pt x="411" y="1809"/>
                  </a:cubicBezTo>
                  <a:cubicBezTo>
                    <a:pt x="619" y="2017"/>
                    <a:pt x="890" y="2120"/>
                    <a:pt x="1161" y="2120"/>
                  </a:cubicBezTo>
                  <a:cubicBezTo>
                    <a:pt x="1432" y="2120"/>
                    <a:pt x="1703" y="2017"/>
                    <a:pt x="1909" y="1809"/>
                  </a:cubicBezTo>
                  <a:cubicBezTo>
                    <a:pt x="2324" y="1394"/>
                    <a:pt x="2324" y="727"/>
                    <a:pt x="1909" y="312"/>
                  </a:cubicBezTo>
                  <a:cubicBezTo>
                    <a:pt x="1703" y="104"/>
                    <a:pt x="1432" y="0"/>
                    <a:pt x="116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2" name="Google Shape;1962;p34"/>
            <p:cNvSpPr/>
            <p:nvPr/>
          </p:nvSpPr>
          <p:spPr>
            <a:xfrm>
              <a:off x="5944436" y="2179036"/>
              <a:ext cx="88716" cy="88716"/>
            </a:xfrm>
            <a:custGeom>
              <a:avLst/>
              <a:gdLst/>
              <a:ahLst/>
              <a:cxnLst/>
              <a:rect l="l" t="t" r="r" b="b"/>
              <a:pathLst>
                <a:path w="2718" h="2718" extrusionOk="0">
                  <a:moveTo>
                    <a:pt x="1361" y="598"/>
                  </a:moveTo>
                  <a:cubicBezTo>
                    <a:pt x="1780" y="598"/>
                    <a:pt x="2121" y="939"/>
                    <a:pt x="2121" y="1357"/>
                  </a:cubicBezTo>
                  <a:cubicBezTo>
                    <a:pt x="2121" y="1776"/>
                    <a:pt x="1780" y="2117"/>
                    <a:pt x="1361" y="2117"/>
                  </a:cubicBezTo>
                  <a:cubicBezTo>
                    <a:pt x="942" y="2117"/>
                    <a:pt x="601" y="1776"/>
                    <a:pt x="601" y="1357"/>
                  </a:cubicBezTo>
                  <a:cubicBezTo>
                    <a:pt x="601" y="939"/>
                    <a:pt x="942" y="598"/>
                    <a:pt x="1361" y="598"/>
                  </a:cubicBezTo>
                  <a:close/>
                  <a:moveTo>
                    <a:pt x="1361" y="1"/>
                  </a:moveTo>
                  <a:cubicBezTo>
                    <a:pt x="612" y="1"/>
                    <a:pt x="1" y="609"/>
                    <a:pt x="1" y="1357"/>
                  </a:cubicBezTo>
                  <a:cubicBezTo>
                    <a:pt x="1" y="2106"/>
                    <a:pt x="612" y="2718"/>
                    <a:pt x="1361" y="2718"/>
                  </a:cubicBezTo>
                  <a:cubicBezTo>
                    <a:pt x="2109" y="2718"/>
                    <a:pt x="2717" y="2106"/>
                    <a:pt x="2717" y="1357"/>
                  </a:cubicBezTo>
                  <a:cubicBezTo>
                    <a:pt x="2717" y="609"/>
                    <a:pt x="2109" y="1"/>
                    <a:pt x="13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3" name="Google Shape;1963;p34"/>
            <p:cNvSpPr/>
            <p:nvPr/>
          </p:nvSpPr>
          <p:spPr>
            <a:xfrm>
              <a:off x="6060341" y="2188828"/>
              <a:ext cx="75855" cy="69132"/>
            </a:xfrm>
            <a:custGeom>
              <a:avLst/>
              <a:gdLst/>
              <a:ahLst/>
              <a:cxnLst/>
              <a:rect l="l" t="t" r="r" b="b"/>
              <a:pathLst>
                <a:path w="2324" h="2118" extrusionOk="0">
                  <a:moveTo>
                    <a:pt x="1161" y="0"/>
                  </a:moveTo>
                  <a:cubicBezTo>
                    <a:pt x="890" y="0"/>
                    <a:pt x="619" y="103"/>
                    <a:pt x="411" y="309"/>
                  </a:cubicBezTo>
                  <a:cubicBezTo>
                    <a:pt x="0" y="724"/>
                    <a:pt x="0" y="1395"/>
                    <a:pt x="411" y="1806"/>
                  </a:cubicBezTo>
                  <a:cubicBezTo>
                    <a:pt x="619" y="2014"/>
                    <a:pt x="890" y="2117"/>
                    <a:pt x="1161" y="2117"/>
                  </a:cubicBezTo>
                  <a:cubicBezTo>
                    <a:pt x="1432" y="2117"/>
                    <a:pt x="1703" y="2014"/>
                    <a:pt x="1909" y="1806"/>
                  </a:cubicBezTo>
                  <a:cubicBezTo>
                    <a:pt x="2324" y="1395"/>
                    <a:pt x="2324" y="724"/>
                    <a:pt x="1909" y="309"/>
                  </a:cubicBezTo>
                  <a:cubicBezTo>
                    <a:pt x="1703" y="103"/>
                    <a:pt x="1432" y="0"/>
                    <a:pt x="116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4" name="Google Shape;1964;p34"/>
            <p:cNvSpPr/>
            <p:nvPr/>
          </p:nvSpPr>
          <p:spPr>
            <a:xfrm>
              <a:off x="6053911" y="2179036"/>
              <a:ext cx="88716" cy="88716"/>
            </a:xfrm>
            <a:custGeom>
              <a:avLst/>
              <a:gdLst/>
              <a:ahLst/>
              <a:cxnLst/>
              <a:rect l="l" t="t" r="r" b="b"/>
              <a:pathLst>
                <a:path w="2718" h="2718" extrusionOk="0">
                  <a:moveTo>
                    <a:pt x="1361" y="598"/>
                  </a:moveTo>
                  <a:cubicBezTo>
                    <a:pt x="1780" y="598"/>
                    <a:pt x="2121" y="939"/>
                    <a:pt x="2121" y="1357"/>
                  </a:cubicBezTo>
                  <a:cubicBezTo>
                    <a:pt x="2121" y="1776"/>
                    <a:pt x="1780" y="2117"/>
                    <a:pt x="1361" y="2117"/>
                  </a:cubicBezTo>
                  <a:cubicBezTo>
                    <a:pt x="942" y="2117"/>
                    <a:pt x="601" y="1776"/>
                    <a:pt x="601" y="1357"/>
                  </a:cubicBezTo>
                  <a:cubicBezTo>
                    <a:pt x="601" y="939"/>
                    <a:pt x="942" y="598"/>
                    <a:pt x="1361" y="598"/>
                  </a:cubicBezTo>
                  <a:close/>
                  <a:moveTo>
                    <a:pt x="1361" y="1"/>
                  </a:moveTo>
                  <a:cubicBezTo>
                    <a:pt x="612" y="1"/>
                    <a:pt x="1" y="609"/>
                    <a:pt x="1" y="1357"/>
                  </a:cubicBezTo>
                  <a:cubicBezTo>
                    <a:pt x="1" y="2106"/>
                    <a:pt x="612" y="2718"/>
                    <a:pt x="1361" y="2718"/>
                  </a:cubicBezTo>
                  <a:cubicBezTo>
                    <a:pt x="2109" y="2718"/>
                    <a:pt x="2717" y="2106"/>
                    <a:pt x="2717" y="1357"/>
                  </a:cubicBezTo>
                  <a:cubicBezTo>
                    <a:pt x="2717" y="609"/>
                    <a:pt x="2109" y="1"/>
                    <a:pt x="13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5" name="Google Shape;1965;p34"/>
            <p:cNvSpPr/>
            <p:nvPr/>
          </p:nvSpPr>
          <p:spPr>
            <a:xfrm>
              <a:off x="6042291" y="2036921"/>
              <a:ext cx="46610" cy="77324"/>
            </a:xfrm>
            <a:custGeom>
              <a:avLst/>
              <a:gdLst/>
              <a:ahLst/>
              <a:cxnLst/>
              <a:rect l="l" t="t" r="r" b="b"/>
              <a:pathLst>
                <a:path w="1428" h="2369" extrusionOk="0">
                  <a:moveTo>
                    <a:pt x="1005" y="0"/>
                  </a:moveTo>
                  <a:lnTo>
                    <a:pt x="245" y="760"/>
                  </a:lnTo>
                  <a:lnTo>
                    <a:pt x="1" y="1186"/>
                  </a:lnTo>
                  <a:lnTo>
                    <a:pt x="245" y="1609"/>
                  </a:lnTo>
                  <a:lnTo>
                    <a:pt x="1005" y="2369"/>
                  </a:lnTo>
                  <a:lnTo>
                    <a:pt x="1428" y="1946"/>
                  </a:lnTo>
                  <a:lnTo>
                    <a:pt x="668" y="1186"/>
                  </a:lnTo>
                  <a:lnTo>
                    <a:pt x="1428" y="423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6" name="Google Shape;1966;p34"/>
            <p:cNvSpPr/>
            <p:nvPr/>
          </p:nvSpPr>
          <p:spPr>
            <a:xfrm>
              <a:off x="6011936" y="2036921"/>
              <a:ext cx="38613" cy="77324"/>
            </a:xfrm>
            <a:custGeom>
              <a:avLst/>
              <a:gdLst/>
              <a:ahLst/>
              <a:cxnLst/>
              <a:rect l="l" t="t" r="r" b="b"/>
              <a:pathLst>
                <a:path w="1183" h="2369" extrusionOk="0">
                  <a:moveTo>
                    <a:pt x="423" y="0"/>
                  </a:moveTo>
                  <a:lnTo>
                    <a:pt x="1" y="423"/>
                  </a:lnTo>
                  <a:lnTo>
                    <a:pt x="760" y="1186"/>
                  </a:lnTo>
                  <a:lnTo>
                    <a:pt x="1" y="1946"/>
                  </a:lnTo>
                  <a:lnTo>
                    <a:pt x="423" y="2369"/>
                  </a:lnTo>
                  <a:lnTo>
                    <a:pt x="1183" y="1609"/>
                  </a:lnTo>
                  <a:lnTo>
                    <a:pt x="1183" y="760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</p:grpSp>
      <p:grpSp>
        <p:nvGrpSpPr>
          <p:cNvPr id="1967" name="Google Shape;1967;p34"/>
          <p:cNvGrpSpPr/>
          <p:nvPr/>
        </p:nvGrpSpPr>
        <p:grpSpPr>
          <a:xfrm>
            <a:off x="4299255" y="2623236"/>
            <a:ext cx="545466" cy="570191"/>
            <a:chOff x="4299255" y="2623236"/>
            <a:chExt cx="545466" cy="570191"/>
          </a:xfrm>
        </p:grpSpPr>
        <p:sp>
          <p:nvSpPr>
            <p:cNvPr id="1968" name="Google Shape;1968;p34"/>
            <p:cNvSpPr/>
            <p:nvPr/>
          </p:nvSpPr>
          <p:spPr>
            <a:xfrm>
              <a:off x="4626634" y="3058602"/>
              <a:ext cx="129647" cy="118097"/>
            </a:xfrm>
            <a:custGeom>
              <a:avLst/>
              <a:gdLst/>
              <a:ahLst/>
              <a:cxnLst/>
              <a:rect l="l" t="t" r="r" b="b"/>
              <a:pathLst>
                <a:path w="2325" h="2118" extrusionOk="0">
                  <a:moveTo>
                    <a:pt x="1162" y="1"/>
                  </a:moveTo>
                  <a:cubicBezTo>
                    <a:pt x="891" y="1"/>
                    <a:pt x="619" y="103"/>
                    <a:pt x="412" y="309"/>
                  </a:cubicBezTo>
                  <a:cubicBezTo>
                    <a:pt x="0" y="724"/>
                    <a:pt x="0" y="1395"/>
                    <a:pt x="412" y="1806"/>
                  </a:cubicBezTo>
                  <a:cubicBezTo>
                    <a:pt x="619" y="2014"/>
                    <a:pt x="891" y="2118"/>
                    <a:pt x="1162" y="2118"/>
                  </a:cubicBezTo>
                  <a:cubicBezTo>
                    <a:pt x="1433" y="2118"/>
                    <a:pt x="1703" y="2014"/>
                    <a:pt x="1909" y="1806"/>
                  </a:cubicBezTo>
                  <a:cubicBezTo>
                    <a:pt x="2324" y="1395"/>
                    <a:pt x="2324" y="724"/>
                    <a:pt x="1909" y="309"/>
                  </a:cubicBezTo>
                  <a:cubicBezTo>
                    <a:pt x="1703" y="103"/>
                    <a:pt x="1433" y="1"/>
                    <a:pt x="1162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69" name="Google Shape;1969;p34"/>
            <p:cNvSpPr/>
            <p:nvPr/>
          </p:nvSpPr>
          <p:spPr>
            <a:xfrm>
              <a:off x="4439385" y="3058435"/>
              <a:ext cx="129870" cy="118265"/>
            </a:xfrm>
            <a:custGeom>
              <a:avLst/>
              <a:gdLst/>
              <a:ahLst/>
              <a:cxnLst/>
              <a:rect l="l" t="t" r="r" b="b"/>
              <a:pathLst>
                <a:path w="2329" h="2121" extrusionOk="0">
                  <a:moveTo>
                    <a:pt x="1164" y="1"/>
                  </a:moveTo>
                  <a:cubicBezTo>
                    <a:pt x="894" y="1"/>
                    <a:pt x="623" y="104"/>
                    <a:pt x="416" y="312"/>
                  </a:cubicBezTo>
                  <a:cubicBezTo>
                    <a:pt x="1" y="727"/>
                    <a:pt x="1" y="1394"/>
                    <a:pt x="416" y="1809"/>
                  </a:cubicBezTo>
                  <a:cubicBezTo>
                    <a:pt x="623" y="2017"/>
                    <a:pt x="894" y="2121"/>
                    <a:pt x="1164" y="2121"/>
                  </a:cubicBezTo>
                  <a:cubicBezTo>
                    <a:pt x="1435" y="2121"/>
                    <a:pt x="1705" y="2017"/>
                    <a:pt x="1913" y="1809"/>
                  </a:cubicBezTo>
                  <a:cubicBezTo>
                    <a:pt x="2328" y="1394"/>
                    <a:pt x="2328" y="727"/>
                    <a:pt x="1913" y="312"/>
                  </a:cubicBezTo>
                  <a:cubicBezTo>
                    <a:pt x="1705" y="104"/>
                    <a:pt x="1435" y="1"/>
                    <a:pt x="1164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0" name="Google Shape;1970;p34"/>
            <p:cNvSpPr/>
            <p:nvPr/>
          </p:nvSpPr>
          <p:spPr>
            <a:xfrm>
              <a:off x="4667118" y="2736706"/>
              <a:ext cx="145762" cy="251751"/>
            </a:xfrm>
            <a:custGeom>
              <a:avLst/>
              <a:gdLst/>
              <a:ahLst/>
              <a:cxnLst/>
              <a:rect l="l" t="t" r="r" b="b"/>
              <a:pathLst>
                <a:path w="2614" h="4515" extrusionOk="0">
                  <a:moveTo>
                    <a:pt x="601" y="0"/>
                  </a:moveTo>
                  <a:lnTo>
                    <a:pt x="1" y="2643"/>
                  </a:lnTo>
                  <a:lnTo>
                    <a:pt x="234" y="4514"/>
                  </a:lnTo>
                  <a:lnTo>
                    <a:pt x="1961" y="4514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0092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1" name="Google Shape;1971;p34"/>
            <p:cNvSpPr/>
            <p:nvPr/>
          </p:nvSpPr>
          <p:spPr>
            <a:xfrm>
              <a:off x="4384236" y="2736706"/>
              <a:ext cx="163941" cy="251751"/>
            </a:xfrm>
            <a:custGeom>
              <a:avLst/>
              <a:gdLst/>
              <a:ahLst/>
              <a:cxnLst/>
              <a:rect l="l" t="t" r="r" b="b"/>
              <a:pathLst>
                <a:path w="2940" h="4515" extrusionOk="0">
                  <a:moveTo>
                    <a:pt x="0" y="0"/>
                  </a:moveTo>
                  <a:lnTo>
                    <a:pt x="682" y="4514"/>
                  </a:lnTo>
                  <a:lnTo>
                    <a:pt x="2769" y="4514"/>
                  </a:lnTo>
                  <a:lnTo>
                    <a:pt x="2939" y="2643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2" name="Google Shape;1972;p34"/>
            <p:cNvSpPr/>
            <p:nvPr/>
          </p:nvSpPr>
          <p:spPr>
            <a:xfrm>
              <a:off x="4595854" y="2736706"/>
              <a:ext cx="104610" cy="251751"/>
            </a:xfrm>
            <a:custGeom>
              <a:avLst/>
              <a:gdLst/>
              <a:ahLst/>
              <a:cxnLst/>
              <a:rect l="l" t="t" r="r" b="b"/>
              <a:pathLst>
                <a:path w="1876" h="4515" extrusionOk="0">
                  <a:moveTo>
                    <a:pt x="245" y="0"/>
                  </a:moveTo>
                  <a:lnTo>
                    <a:pt x="0" y="2432"/>
                  </a:lnTo>
                  <a:lnTo>
                    <a:pt x="245" y="4514"/>
                  </a:lnTo>
                  <a:lnTo>
                    <a:pt x="1509" y="4514"/>
                  </a:lnTo>
                  <a:lnTo>
                    <a:pt x="18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3" name="Google Shape;1973;p34"/>
            <p:cNvSpPr/>
            <p:nvPr/>
          </p:nvSpPr>
          <p:spPr>
            <a:xfrm>
              <a:off x="4518735" y="2736706"/>
              <a:ext cx="91227" cy="251751"/>
            </a:xfrm>
            <a:custGeom>
              <a:avLst/>
              <a:gdLst/>
              <a:ahLst/>
              <a:cxnLst/>
              <a:rect l="l" t="t" r="r" b="b"/>
              <a:pathLst>
                <a:path w="1636" h="4515" extrusionOk="0">
                  <a:moveTo>
                    <a:pt x="1" y="0"/>
                  </a:moveTo>
                  <a:lnTo>
                    <a:pt x="368" y="4514"/>
                  </a:lnTo>
                  <a:lnTo>
                    <a:pt x="1635" y="451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rgbClr val="2DD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4" name="Google Shape;1974;p34"/>
            <p:cNvSpPr/>
            <p:nvPr/>
          </p:nvSpPr>
          <p:spPr>
            <a:xfrm>
              <a:off x="4595408" y="2708993"/>
              <a:ext cx="249313" cy="33344"/>
            </a:xfrm>
            <a:custGeom>
              <a:avLst/>
              <a:gdLst/>
              <a:ahLst/>
              <a:cxnLst/>
              <a:rect l="l" t="t" r="r" b="b"/>
              <a:pathLst>
                <a:path w="4471" h="598" extrusionOk="0">
                  <a:moveTo>
                    <a:pt x="245" y="1"/>
                  </a:moveTo>
                  <a:lnTo>
                    <a:pt x="1" y="371"/>
                  </a:lnTo>
                  <a:lnTo>
                    <a:pt x="245" y="597"/>
                  </a:lnTo>
                  <a:lnTo>
                    <a:pt x="4470" y="597"/>
                  </a:lnTo>
                  <a:lnTo>
                    <a:pt x="44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5" name="Google Shape;1975;p34"/>
            <p:cNvSpPr/>
            <p:nvPr/>
          </p:nvSpPr>
          <p:spPr>
            <a:xfrm>
              <a:off x="4299255" y="2623236"/>
              <a:ext cx="310707" cy="495808"/>
            </a:xfrm>
            <a:custGeom>
              <a:avLst/>
              <a:gdLst/>
              <a:ahLst/>
              <a:cxnLst/>
              <a:rect l="l" t="t" r="r" b="b"/>
              <a:pathLst>
                <a:path w="5572" h="8892" extrusionOk="0">
                  <a:moveTo>
                    <a:pt x="1" y="1"/>
                  </a:moveTo>
                  <a:lnTo>
                    <a:pt x="1" y="601"/>
                  </a:lnTo>
                  <a:lnTo>
                    <a:pt x="1068" y="601"/>
                  </a:lnTo>
                  <a:lnTo>
                    <a:pt x="2332" y="8892"/>
                  </a:lnTo>
                  <a:lnTo>
                    <a:pt x="2925" y="8803"/>
                  </a:lnTo>
                  <a:lnTo>
                    <a:pt x="1910" y="2135"/>
                  </a:lnTo>
                  <a:lnTo>
                    <a:pt x="5571" y="2135"/>
                  </a:lnTo>
                  <a:lnTo>
                    <a:pt x="5571" y="1539"/>
                  </a:lnTo>
                  <a:lnTo>
                    <a:pt x="1817" y="1539"/>
                  </a:lnTo>
                  <a:lnTo>
                    <a:pt x="15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6" name="Google Shape;1976;p34"/>
            <p:cNvSpPr/>
            <p:nvPr/>
          </p:nvSpPr>
          <p:spPr>
            <a:xfrm>
              <a:off x="4559664" y="3100811"/>
              <a:ext cx="76952" cy="33511"/>
            </a:xfrm>
            <a:custGeom>
              <a:avLst/>
              <a:gdLst/>
              <a:ahLst/>
              <a:cxnLst/>
              <a:rect l="l" t="t" r="r" b="b"/>
              <a:pathLst>
                <a:path w="1380" h="601" extrusionOk="0">
                  <a:moveTo>
                    <a:pt x="1" y="0"/>
                  </a:moveTo>
                  <a:lnTo>
                    <a:pt x="1" y="601"/>
                  </a:lnTo>
                  <a:lnTo>
                    <a:pt x="1379" y="601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7" name="Google Shape;1977;p34"/>
            <p:cNvSpPr/>
            <p:nvPr/>
          </p:nvSpPr>
          <p:spPr>
            <a:xfrm>
              <a:off x="4428623" y="3041930"/>
              <a:ext cx="151562" cy="151497"/>
            </a:xfrm>
            <a:custGeom>
              <a:avLst/>
              <a:gdLst/>
              <a:ahLst/>
              <a:cxnLst/>
              <a:rect l="l" t="t" r="r" b="b"/>
              <a:pathLst>
                <a:path w="2718" h="2717" extrusionOk="0">
                  <a:moveTo>
                    <a:pt x="1357" y="597"/>
                  </a:moveTo>
                  <a:cubicBezTo>
                    <a:pt x="1776" y="597"/>
                    <a:pt x="2117" y="938"/>
                    <a:pt x="2117" y="1357"/>
                  </a:cubicBezTo>
                  <a:cubicBezTo>
                    <a:pt x="2117" y="1775"/>
                    <a:pt x="1776" y="2116"/>
                    <a:pt x="1357" y="2116"/>
                  </a:cubicBezTo>
                  <a:cubicBezTo>
                    <a:pt x="939" y="2116"/>
                    <a:pt x="598" y="1775"/>
                    <a:pt x="598" y="1357"/>
                  </a:cubicBezTo>
                  <a:cubicBezTo>
                    <a:pt x="598" y="938"/>
                    <a:pt x="939" y="597"/>
                    <a:pt x="1357" y="597"/>
                  </a:cubicBezTo>
                  <a:close/>
                  <a:moveTo>
                    <a:pt x="1357" y="0"/>
                  </a:moveTo>
                  <a:cubicBezTo>
                    <a:pt x="609" y="0"/>
                    <a:pt x="1" y="608"/>
                    <a:pt x="1" y="1357"/>
                  </a:cubicBezTo>
                  <a:cubicBezTo>
                    <a:pt x="1" y="2105"/>
                    <a:pt x="609" y="2717"/>
                    <a:pt x="1357" y="2717"/>
                  </a:cubicBezTo>
                  <a:cubicBezTo>
                    <a:pt x="2110" y="2717"/>
                    <a:pt x="2717" y="2105"/>
                    <a:pt x="2717" y="1357"/>
                  </a:cubicBezTo>
                  <a:cubicBezTo>
                    <a:pt x="2717" y="608"/>
                    <a:pt x="2110" y="0"/>
                    <a:pt x="13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8" name="Google Shape;1978;p34"/>
            <p:cNvSpPr/>
            <p:nvPr/>
          </p:nvSpPr>
          <p:spPr>
            <a:xfrm>
              <a:off x="4615649" y="3041930"/>
              <a:ext cx="151562" cy="151497"/>
            </a:xfrm>
            <a:custGeom>
              <a:avLst/>
              <a:gdLst/>
              <a:ahLst/>
              <a:cxnLst/>
              <a:rect l="l" t="t" r="r" b="b"/>
              <a:pathLst>
                <a:path w="2718" h="2717" extrusionOk="0">
                  <a:moveTo>
                    <a:pt x="1361" y="597"/>
                  </a:moveTo>
                  <a:cubicBezTo>
                    <a:pt x="1780" y="597"/>
                    <a:pt x="2117" y="938"/>
                    <a:pt x="2117" y="1357"/>
                  </a:cubicBezTo>
                  <a:cubicBezTo>
                    <a:pt x="2117" y="1775"/>
                    <a:pt x="1780" y="2116"/>
                    <a:pt x="1361" y="2116"/>
                  </a:cubicBezTo>
                  <a:cubicBezTo>
                    <a:pt x="942" y="2116"/>
                    <a:pt x="601" y="1775"/>
                    <a:pt x="601" y="1357"/>
                  </a:cubicBezTo>
                  <a:cubicBezTo>
                    <a:pt x="601" y="938"/>
                    <a:pt x="942" y="597"/>
                    <a:pt x="1361" y="597"/>
                  </a:cubicBezTo>
                  <a:close/>
                  <a:moveTo>
                    <a:pt x="1361" y="0"/>
                  </a:moveTo>
                  <a:cubicBezTo>
                    <a:pt x="609" y="0"/>
                    <a:pt x="1" y="608"/>
                    <a:pt x="1" y="1357"/>
                  </a:cubicBezTo>
                  <a:cubicBezTo>
                    <a:pt x="1" y="2105"/>
                    <a:pt x="609" y="2717"/>
                    <a:pt x="1361" y="2717"/>
                  </a:cubicBezTo>
                  <a:cubicBezTo>
                    <a:pt x="2110" y="2717"/>
                    <a:pt x="2717" y="2105"/>
                    <a:pt x="2717" y="1357"/>
                  </a:cubicBezTo>
                  <a:cubicBezTo>
                    <a:pt x="2717" y="608"/>
                    <a:pt x="2110" y="0"/>
                    <a:pt x="1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79" name="Google Shape;1979;p34"/>
            <p:cNvSpPr/>
            <p:nvPr/>
          </p:nvSpPr>
          <p:spPr>
            <a:xfrm>
              <a:off x="4598753" y="2798096"/>
              <a:ext cx="77956" cy="133543"/>
            </a:xfrm>
            <a:custGeom>
              <a:avLst/>
              <a:gdLst/>
              <a:ahLst/>
              <a:cxnLst/>
              <a:rect l="l" t="t" r="r" b="b"/>
              <a:pathLst>
                <a:path w="1398" h="2395" extrusionOk="0">
                  <a:moveTo>
                    <a:pt x="200" y="0"/>
                  </a:moveTo>
                  <a:lnTo>
                    <a:pt x="0" y="1197"/>
                  </a:lnTo>
                  <a:lnTo>
                    <a:pt x="200" y="2394"/>
                  </a:lnTo>
                  <a:lnTo>
                    <a:pt x="500" y="2394"/>
                  </a:lnTo>
                  <a:lnTo>
                    <a:pt x="500" y="1497"/>
                  </a:lnTo>
                  <a:lnTo>
                    <a:pt x="1397" y="1497"/>
                  </a:lnTo>
                  <a:lnTo>
                    <a:pt x="1397" y="897"/>
                  </a:lnTo>
                  <a:lnTo>
                    <a:pt x="500" y="89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  <p:sp>
          <p:nvSpPr>
            <p:cNvPr id="1980" name="Google Shape;1980;p34"/>
            <p:cNvSpPr/>
            <p:nvPr/>
          </p:nvSpPr>
          <p:spPr>
            <a:xfrm>
              <a:off x="4541876" y="2798096"/>
              <a:ext cx="68086" cy="133543"/>
            </a:xfrm>
            <a:custGeom>
              <a:avLst/>
              <a:gdLst/>
              <a:ahLst/>
              <a:cxnLst/>
              <a:rect l="l" t="t" r="r" b="b"/>
              <a:pathLst>
                <a:path w="1221" h="2395" extrusionOk="0">
                  <a:moveTo>
                    <a:pt x="901" y="0"/>
                  </a:moveTo>
                  <a:lnTo>
                    <a:pt x="901" y="897"/>
                  </a:lnTo>
                  <a:lnTo>
                    <a:pt x="1" y="897"/>
                  </a:lnTo>
                  <a:lnTo>
                    <a:pt x="1" y="1497"/>
                  </a:lnTo>
                  <a:lnTo>
                    <a:pt x="901" y="1497"/>
                  </a:lnTo>
                  <a:lnTo>
                    <a:pt x="901" y="2394"/>
                  </a:lnTo>
                  <a:lnTo>
                    <a:pt x="1220" y="2394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 panose="020B05030500000200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5"/>
          <p:cNvSpPr txBox="1">
            <a:spLocks noGrp="1"/>
          </p:cNvSpPr>
          <p:nvPr>
            <p:ph type="title"/>
          </p:nvPr>
        </p:nvSpPr>
        <p:spPr>
          <a:xfrm>
            <a:off x="457200" y="30341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System Design</a:t>
            </a:r>
            <a:endParaRPr sz="2400"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Fira Sans" panose="020B0503050000020004" pitchFamily="34" charset="0"/>
            </a:endParaRPr>
          </a:p>
        </p:txBody>
      </p:sp>
      <p:pic>
        <p:nvPicPr>
          <p:cNvPr id="1026" name="Picture 2" descr="About Node-RED">
            <a:extLst>
              <a:ext uri="{FF2B5EF4-FFF2-40B4-BE49-F238E27FC236}">
                <a16:creationId xmlns:a16="http://schemas.microsoft.com/office/drawing/2014/main" id="{78D1366D-F30B-3E39-3882-32BAEE80B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24" y="2439526"/>
            <a:ext cx="1237172" cy="123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QTT">
            <a:extLst>
              <a:ext uri="{FF2B5EF4-FFF2-40B4-BE49-F238E27FC236}">
                <a16:creationId xmlns:a16="http://schemas.microsoft.com/office/drawing/2014/main" id="{6B3E39DE-5B2C-E67B-8164-BF424CFF3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681" y="1385974"/>
            <a:ext cx="1369618" cy="105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aspberry Pi Icon Png #420022 - Free Icons Library">
            <a:extLst>
              <a:ext uri="{FF2B5EF4-FFF2-40B4-BE49-F238E27FC236}">
                <a16:creationId xmlns:a16="http://schemas.microsoft.com/office/drawing/2014/main" id="{E50EBEEA-607E-37A1-8511-2C6A8A823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823" y="1075933"/>
            <a:ext cx="1949799" cy="108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vg file vector format icon - Download in SVG, PNG, ICO, ICNS">
            <a:extLst>
              <a:ext uri="{FF2B5EF4-FFF2-40B4-BE49-F238E27FC236}">
                <a16:creationId xmlns:a16="http://schemas.microsoft.com/office/drawing/2014/main" id="{DB95AA0D-23D6-FD62-75CB-AB6FF4F7D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256" y="1892681"/>
            <a:ext cx="679068" cy="67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oT MQTT Panel Pro - Apps on Google Play">
            <a:extLst>
              <a:ext uri="{FF2B5EF4-FFF2-40B4-BE49-F238E27FC236}">
                <a16:creationId xmlns:a16="http://schemas.microsoft.com/office/drawing/2014/main" id="{317E7482-E9E7-7ED9-2E3D-D985C320A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904" y="3587471"/>
            <a:ext cx="960191" cy="9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elegram - Free communications icons">
            <a:extLst>
              <a:ext uri="{FF2B5EF4-FFF2-40B4-BE49-F238E27FC236}">
                <a16:creationId xmlns:a16="http://schemas.microsoft.com/office/drawing/2014/main" id="{E93FAD2D-A0D8-44DE-46B1-42996EB65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569" y="3611105"/>
            <a:ext cx="785138" cy="7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2FA7CB-31DF-125C-476F-082040F27A8D}"/>
              </a:ext>
            </a:extLst>
          </p:cNvPr>
          <p:cNvCxnSpPr>
            <a:cxnSpLocks/>
          </p:cNvCxnSpPr>
          <p:nvPr/>
        </p:nvCxnSpPr>
        <p:spPr>
          <a:xfrm flipH="1">
            <a:off x="2037715" y="1968285"/>
            <a:ext cx="790540" cy="4712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763F83-F1CE-7BD2-7030-1C7FC1EBC6E0}"/>
              </a:ext>
            </a:extLst>
          </p:cNvPr>
          <p:cNvCxnSpPr>
            <a:cxnSpLocks/>
          </p:cNvCxnSpPr>
          <p:nvPr/>
        </p:nvCxnSpPr>
        <p:spPr>
          <a:xfrm>
            <a:off x="3785235" y="2571749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5DEB1A-3CF5-6198-B1BE-81D0BB42D047}"/>
              </a:ext>
            </a:extLst>
          </p:cNvPr>
          <p:cNvCxnSpPr>
            <a:cxnSpLocks/>
          </p:cNvCxnSpPr>
          <p:nvPr/>
        </p:nvCxnSpPr>
        <p:spPr>
          <a:xfrm flipH="1" flipV="1">
            <a:off x="4366767" y="1892681"/>
            <a:ext cx="856162" cy="4662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" name="Picture 3" descr="A store with shelves and food items&#10;&#10;Description automatically generated with medium confidence">
            <a:extLst>
              <a:ext uri="{FF2B5EF4-FFF2-40B4-BE49-F238E27FC236}">
                <a16:creationId xmlns:a16="http://schemas.microsoft.com/office/drawing/2014/main" id="{5E109FAE-FD1E-2DA5-95E7-285D7065F1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766" y="2179655"/>
            <a:ext cx="2964336" cy="16678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42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ira Sans" panose="020B0503050000020004" pitchFamily="34" charset="0"/>
              </a:rPr>
              <a:t>Unique Features</a:t>
            </a:r>
            <a:br>
              <a:rPr lang="en" dirty="0">
                <a:latin typeface="Fira Sans" panose="020B0503050000020004" pitchFamily="34" charset="0"/>
              </a:rPr>
            </a:br>
            <a:endParaRPr sz="2400" dirty="0">
              <a:latin typeface="Fira Sans" panose="020B0503050000020004" pitchFamily="34" charset="0"/>
            </a:endParaRPr>
          </a:p>
        </p:txBody>
      </p:sp>
      <p:grpSp>
        <p:nvGrpSpPr>
          <p:cNvPr id="2795" name="Google Shape;2795;p42"/>
          <p:cNvGrpSpPr/>
          <p:nvPr/>
        </p:nvGrpSpPr>
        <p:grpSpPr>
          <a:xfrm>
            <a:off x="457200" y="1830117"/>
            <a:ext cx="3893400" cy="2395893"/>
            <a:chOff x="457200" y="2089197"/>
            <a:chExt cx="3893400" cy="2395893"/>
          </a:xfrm>
        </p:grpSpPr>
        <p:sp>
          <p:nvSpPr>
            <p:cNvPr id="2796" name="Google Shape;2796;p42"/>
            <p:cNvSpPr/>
            <p:nvPr/>
          </p:nvSpPr>
          <p:spPr>
            <a:xfrm flipH="1">
              <a:off x="1490703" y="2089197"/>
              <a:ext cx="2134800" cy="2395893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797" name="Google Shape;2797;p42"/>
            <p:cNvGrpSpPr/>
            <p:nvPr/>
          </p:nvGrpSpPr>
          <p:grpSpPr>
            <a:xfrm flipH="1">
              <a:off x="1593350" y="2126285"/>
              <a:ext cx="2037749" cy="1067695"/>
              <a:chOff x="1596575" y="961826"/>
              <a:chExt cx="2037749" cy="1067695"/>
            </a:xfrm>
          </p:grpSpPr>
          <p:sp>
            <p:nvSpPr>
              <p:cNvPr id="2798" name="Google Shape;2798;p42"/>
              <p:cNvSpPr txBox="1"/>
              <p:nvPr/>
            </p:nvSpPr>
            <p:spPr>
              <a:xfrm>
                <a:off x="1683383" y="961826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Shopping Cart</a:t>
                </a:r>
                <a:endParaRPr sz="1800" b="1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799" name="Google Shape;2799;p42"/>
              <p:cNvSpPr txBox="1"/>
              <p:nvPr/>
            </p:nvSpPr>
            <p:spPr>
              <a:xfrm>
                <a:off x="1596575" y="1303221"/>
                <a:ext cx="2037749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Self-designed shopping cart.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Portable.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Self-service scanning function.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Display the product price on the spot (LCD Display).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Save time when making payment.</a:t>
                </a:r>
                <a:endParaRPr sz="12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800" name="Google Shape;2800;p42"/>
            <p:cNvSpPr/>
            <p:nvPr/>
          </p:nvSpPr>
          <p:spPr>
            <a:xfrm flipH="1">
              <a:off x="457200" y="2520300"/>
              <a:ext cx="881100" cy="881100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2801" name="Google Shape;2801;p42"/>
            <p:cNvSpPr/>
            <p:nvPr/>
          </p:nvSpPr>
          <p:spPr>
            <a:xfrm flipH="1">
              <a:off x="3777900" y="2674500"/>
              <a:ext cx="572700" cy="572700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tx1"/>
                  </a:solidFill>
                  <a:latin typeface="Fira Sans Extra Condensed"/>
                  <a:sym typeface="Fira Sans Extra Condensed"/>
                </a:rPr>
                <a:t>1</a:t>
              </a:r>
              <a:endParaRPr dirty="0">
                <a:solidFill>
                  <a:schemeClr val="tx1"/>
                </a:solidFill>
              </a:endParaRPr>
            </a:p>
          </p:txBody>
        </p:sp>
        <p:cxnSp>
          <p:nvCxnSpPr>
            <p:cNvPr id="2802" name="Google Shape;2802;p42"/>
            <p:cNvCxnSpPr>
              <a:cxnSpLocks/>
              <a:stCxn id="2800" idx="1"/>
            </p:cNvCxnSpPr>
            <p:nvPr/>
          </p:nvCxnSpPr>
          <p:spPr>
            <a:xfrm>
              <a:off x="1338300" y="2960850"/>
              <a:ext cx="40668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3" name="Google Shape;2803;p42"/>
            <p:cNvCxnSpPr>
              <a:cxnSpLocks/>
              <a:stCxn id="2801" idx="3"/>
            </p:cNvCxnSpPr>
            <p:nvPr/>
          </p:nvCxnSpPr>
          <p:spPr>
            <a:xfrm flipH="1">
              <a:off x="3528451" y="2960850"/>
              <a:ext cx="249449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 descr="A white shopping cart with a blue screen&#10;&#10;Description automatically generated">
            <a:extLst>
              <a:ext uri="{FF2B5EF4-FFF2-40B4-BE49-F238E27FC236}">
                <a16:creationId xmlns:a16="http://schemas.microsoft.com/office/drawing/2014/main" id="{6E884866-893F-DCBF-5DAA-09E8D64AE7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669"/>
          <a:stretch/>
        </p:blipFill>
        <p:spPr>
          <a:xfrm>
            <a:off x="5000345" y="983100"/>
            <a:ext cx="3857625" cy="39394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Graphic 4" descr="Shopping cart with solid fill">
            <a:extLst>
              <a:ext uri="{FF2B5EF4-FFF2-40B4-BE49-F238E27FC236}">
                <a16:creationId xmlns:a16="http://schemas.microsoft.com/office/drawing/2014/main" id="{DF07F7A8-0A6D-FC99-A701-609996C3D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773" y="2270310"/>
            <a:ext cx="762002" cy="7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9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4" name="Google Shape;2804;p42"/>
          <p:cNvGrpSpPr/>
          <p:nvPr/>
        </p:nvGrpSpPr>
        <p:grpSpPr>
          <a:xfrm>
            <a:off x="4366680" y="1790700"/>
            <a:ext cx="3893400" cy="2278380"/>
            <a:chOff x="4793400" y="853440"/>
            <a:chExt cx="3893400" cy="2278380"/>
          </a:xfrm>
        </p:grpSpPr>
        <p:sp>
          <p:nvSpPr>
            <p:cNvPr id="2805" name="Google Shape;2805;p42"/>
            <p:cNvSpPr/>
            <p:nvPr/>
          </p:nvSpPr>
          <p:spPr>
            <a:xfrm flipH="1">
              <a:off x="7805700" y="1300350"/>
              <a:ext cx="881100" cy="8811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806" name="Google Shape;2806;p42"/>
            <p:cNvSpPr/>
            <p:nvPr/>
          </p:nvSpPr>
          <p:spPr>
            <a:xfrm flipH="1">
              <a:off x="5518500" y="853440"/>
              <a:ext cx="2134800" cy="227838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807" name="Google Shape;2807;p42"/>
            <p:cNvGrpSpPr/>
            <p:nvPr/>
          </p:nvGrpSpPr>
          <p:grpSpPr>
            <a:xfrm flipH="1">
              <a:off x="5590348" y="853440"/>
              <a:ext cx="1965901" cy="988739"/>
              <a:chOff x="1699225" y="908931"/>
              <a:chExt cx="1965901" cy="988739"/>
            </a:xfrm>
          </p:grpSpPr>
          <p:sp>
            <p:nvSpPr>
              <p:cNvPr id="2808" name="Google Shape;2808;p42"/>
              <p:cNvSpPr txBox="1"/>
              <p:nvPr/>
            </p:nvSpPr>
            <p:spPr>
              <a:xfrm>
                <a:off x="1699225" y="908931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Hardware</a:t>
                </a:r>
                <a:endParaRPr sz="1800" b="1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809" name="Google Shape;2809;p42"/>
              <p:cNvSpPr txBox="1"/>
              <p:nvPr/>
            </p:nvSpPr>
            <p:spPr>
              <a:xfrm>
                <a:off x="1724426" y="1171370"/>
                <a:ext cx="19407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Connect to Putty to control Raspberry Pi remotely.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Remove switch to remove unwanted product right away (white LED indicator).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r>
                  <a:rPr lang="en" sz="1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Payment switch to make payment (red LED indicator). </a:t>
                </a:r>
              </a:p>
              <a:p>
                <a:pPr marL="171450" lvl="0" indent="-171450" rtl="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</a:pPr>
                <a:endParaRPr sz="12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810" name="Google Shape;2810;p42"/>
            <p:cNvSpPr/>
            <p:nvPr/>
          </p:nvSpPr>
          <p:spPr>
            <a:xfrm flipH="1">
              <a:off x="4793400" y="1454550"/>
              <a:ext cx="572700" cy="5727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dirty="0">
                <a:solidFill>
                  <a:schemeClr val="tx1"/>
                </a:solidFill>
              </a:endParaRPr>
            </a:p>
          </p:txBody>
        </p:sp>
        <p:cxnSp>
          <p:nvCxnSpPr>
            <p:cNvPr id="2811" name="Google Shape;2811;p42"/>
            <p:cNvCxnSpPr>
              <a:cxnSpLocks/>
              <a:endCxn id="2810" idx="1"/>
            </p:cNvCxnSpPr>
            <p:nvPr/>
          </p:nvCxnSpPr>
          <p:spPr>
            <a:xfrm flipH="1">
              <a:off x="5366100" y="1740900"/>
              <a:ext cx="351749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2" name="Google Shape;2812;p42"/>
            <p:cNvCxnSpPr>
              <a:cxnSpLocks/>
              <a:stCxn id="2805" idx="3"/>
            </p:cNvCxnSpPr>
            <p:nvPr/>
          </p:nvCxnSpPr>
          <p:spPr>
            <a:xfrm flipH="1">
              <a:off x="7475220" y="1740900"/>
              <a:ext cx="33048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905004E-FF26-3E45-3C4A-A4349C475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44" y="914400"/>
            <a:ext cx="3323717" cy="37300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7260BE-92D0-6F89-68D2-844ADE668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8980" y="2250210"/>
            <a:ext cx="855899" cy="85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1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4" name="Google Shape;1734;p33"/>
          <p:cNvGrpSpPr/>
          <p:nvPr/>
        </p:nvGrpSpPr>
        <p:grpSpPr>
          <a:xfrm>
            <a:off x="739878" y="336875"/>
            <a:ext cx="1949132" cy="2071045"/>
            <a:chOff x="1459625" y="1268650"/>
            <a:chExt cx="1620965" cy="3137048"/>
          </a:xfrm>
        </p:grpSpPr>
        <p:sp>
          <p:nvSpPr>
            <p:cNvPr id="1735" name="Google Shape;1735;p33"/>
            <p:cNvSpPr/>
            <p:nvPr/>
          </p:nvSpPr>
          <p:spPr>
            <a:xfrm>
              <a:off x="1459625" y="1268650"/>
              <a:ext cx="1614948" cy="3137048"/>
            </a:xfrm>
            <a:custGeom>
              <a:avLst/>
              <a:gdLst/>
              <a:ahLst/>
              <a:cxnLst/>
              <a:rect l="l" t="t" r="r" b="b"/>
              <a:pathLst>
                <a:path w="13567" h="26354" extrusionOk="0">
                  <a:moveTo>
                    <a:pt x="13567" y="1085"/>
                  </a:moveTo>
                  <a:lnTo>
                    <a:pt x="13567" y="25269"/>
                  </a:lnTo>
                  <a:cubicBezTo>
                    <a:pt x="13567" y="25863"/>
                    <a:pt x="13077" y="26353"/>
                    <a:pt x="12483" y="26353"/>
                  </a:cubicBezTo>
                  <a:lnTo>
                    <a:pt x="1084" y="26353"/>
                  </a:lnTo>
                  <a:cubicBezTo>
                    <a:pt x="490" y="26353"/>
                    <a:pt x="0" y="25863"/>
                    <a:pt x="0" y="25269"/>
                  </a:cubicBezTo>
                  <a:lnTo>
                    <a:pt x="0" y="1085"/>
                  </a:lnTo>
                  <a:cubicBezTo>
                    <a:pt x="0" y="491"/>
                    <a:pt x="490" y="1"/>
                    <a:pt x="1084" y="1"/>
                  </a:cubicBezTo>
                  <a:lnTo>
                    <a:pt x="12483" y="1"/>
                  </a:lnTo>
                  <a:cubicBezTo>
                    <a:pt x="13077" y="1"/>
                    <a:pt x="13567" y="491"/>
                    <a:pt x="13567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731274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4" y="698"/>
                    <a:pt x="477" y="880"/>
                  </a:cubicBezTo>
                  <a:cubicBezTo>
                    <a:pt x="365" y="490"/>
                    <a:pt x="0" y="464"/>
                    <a:pt x="0" y="464"/>
                  </a:cubicBezTo>
                  <a:cubicBezTo>
                    <a:pt x="291" y="408"/>
                    <a:pt x="417" y="187"/>
                    <a:pt x="469" y="0"/>
                  </a:cubicBezTo>
                  <a:cubicBezTo>
                    <a:pt x="586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815432" y="2111533"/>
              <a:ext cx="57851" cy="53804"/>
            </a:xfrm>
            <a:custGeom>
              <a:avLst/>
              <a:gdLst/>
              <a:ahLst/>
              <a:cxnLst/>
              <a:rect l="l" t="t" r="r" b="b"/>
              <a:pathLst>
                <a:path w="486" h="452" extrusionOk="0">
                  <a:moveTo>
                    <a:pt x="486" y="217"/>
                  </a:moveTo>
                  <a:cubicBezTo>
                    <a:pt x="338" y="243"/>
                    <a:pt x="273" y="360"/>
                    <a:pt x="247" y="451"/>
                  </a:cubicBezTo>
                  <a:cubicBezTo>
                    <a:pt x="187" y="252"/>
                    <a:pt x="0" y="239"/>
                    <a:pt x="0" y="239"/>
                  </a:cubicBezTo>
                  <a:cubicBezTo>
                    <a:pt x="148" y="208"/>
                    <a:pt x="213" y="96"/>
                    <a:pt x="243" y="0"/>
                  </a:cubicBezTo>
                  <a:cubicBezTo>
                    <a:pt x="299" y="200"/>
                    <a:pt x="486" y="217"/>
                    <a:pt x="486" y="2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719966" y="2059872"/>
              <a:ext cx="32020" cy="32139"/>
            </a:xfrm>
            <a:custGeom>
              <a:avLst/>
              <a:gdLst/>
              <a:ahLst/>
              <a:cxnLst/>
              <a:rect l="l" t="t" r="r" b="b"/>
              <a:pathLst>
                <a:path w="269" h="270" extrusionOk="0">
                  <a:moveTo>
                    <a:pt x="269" y="135"/>
                  </a:moveTo>
                  <a:cubicBezTo>
                    <a:pt x="269" y="209"/>
                    <a:pt x="208" y="269"/>
                    <a:pt x="134" y="269"/>
                  </a:cubicBezTo>
                  <a:cubicBezTo>
                    <a:pt x="56" y="269"/>
                    <a:pt x="0" y="209"/>
                    <a:pt x="0" y="135"/>
                  </a:cubicBezTo>
                  <a:cubicBezTo>
                    <a:pt x="0" y="61"/>
                    <a:pt x="56" y="1"/>
                    <a:pt x="134" y="1"/>
                  </a:cubicBezTo>
                  <a:cubicBezTo>
                    <a:pt x="208" y="1"/>
                    <a:pt x="269" y="61"/>
                    <a:pt x="269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627000" y="1925720"/>
              <a:ext cx="32616" cy="32616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274" y="135"/>
                  </a:moveTo>
                  <a:cubicBezTo>
                    <a:pt x="274" y="213"/>
                    <a:pt x="213" y="273"/>
                    <a:pt x="135" y="273"/>
                  </a:cubicBezTo>
                  <a:cubicBezTo>
                    <a:pt x="61" y="273"/>
                    <a:pt x="1" y="213"/>
                    <a:pt x="1" y="135"/>
                  </a:cubicBezTo>
                  <a:cubicBezTo>
                    <a:pt x="1" y="61"/>
                    <a:pt x="61" y="0"/>
                    <a:pt x="135" y="0"/>
                  </a:cubicBezTo>
                  <a:cubicBezTo>
                    <a:pt x="213" y="0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005638" y="4041201"/>
              <a:ext cx="522445" cy="162126"/>
            </a:xfrm>
            <a:custGeom>
              <a:avLst/>
              <a:gdLst/>
              <a:ahLst/>
              <a:cxnLst/>
              <a:rect l="l" t="t" r="r" b="b"/>
              <a:pathLst>
                <a:path w="4389" h="1362" extrusionOk="0">
                  <a:moveTo>
                    <a:pt x="4388" y="1067"/>
                  </a:moveTo>
                  <a:cubicBezTo>
                    <a:pt x="4388" y="1227"/>
                    <a:pt x="4258" y="1362"/>
                    <a:pt x="4098" y="1362"/>
                  </a:cubicBezTo>
                  <a:lnTo>
                    <a:pt x="295" y="1362"/>
                  </a:lnTo>
                  <a:cubicBezTo>
                    <a:pt x="135" y="1362"/>
                    <a:pt x="0" y="1227"/>
                    <a:pt x="0" y="1067"/>
                  </a:cubicBezTo>
                  <a:lnTo>
                    <a:pt x="0" y="291"/>
                  </a:lnTo>
                  <a:cubicBezTo>
                    <a:pt x="0" y="130"/>
                    <a:pt x="135" y="0"/>
                    <a:pt x="295" y="0"/>
                  </a:cubicBezTo>
                  <a:lnTo>
                    <a:pt x="4098" y="0"/>
                  </a:lnTo>
                  <a:cubicBezTo>
                    <a:pt x="4258" y="0"/>
                    <a:pt x="4388" y="130"/>
                    <a:pt x="4388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124792" y="4087624"/>
              <a:ext cx="71421" cy="72373"/>
            </a:xfrm>
            <a:custGeom>
              <a:avLst/>
              <a:gdLst/>
              <a:ahLst/>
              <a:cxnLst/>
              <a:rect l="l" t="t" r="r" b="b"/>
              <a:pathLst>
                <a:path w="600" h="608" extrusionOk="0">
                  <a:moveTo>
                    <a:pt x="599" y="1"/>
                  </a:moveTo>
                  <a:lnTo>
                    <a:pt x="599" y="608"/>
                  </a:lnTo>
                  <a:lnTo>
                    <a:pt x="430" y="608"/>
                  </a:lnTo>
                  <a:lnTo>
                    <a:pt x="200" y="334"/>
                  </a:lnTo>
                  <a:lnTo>
                    <a:pt x="200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170" y="1"/>
                  </a:lnTo>
                  <a:lnTo>
                    <a:pt x="400" y="278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207997" y="4087624"/>
              <a:ext cx="59875" cy="72373"/>
            </a:xfrm>
            <a:custGeom>
              <a:avLst/>
              <a:gdLst/>
              <a:ahLst/>
              <a:cxnLst/>
              <a:rect l="l" t="t" r="r" b="b"/>
              <a:pathLst>
                <a:path w="503" h="608" extrusionOk="0">
                  <a:moveTo>
                    <a:pt x="503" y="456"/>
                  </a:moveTo>
                  <a:lnTo>
                    <a:pt x="503" y="608"/>
                  </a:lnTo>
                  <a:lnTo>
                    <a:pt x="0" y="608"/>
                  </a:lnTo>
                  <a:lnTo>
                    <a:pt x="0" y="1"/>
                  </a:lnTo>
                  <a:lnTo>
                    <a:pt x="494" y="1"/>
                  </a:lnTo>
                  <a:lnTo>
                    <a:pt x="494" y="157"/>
                  </a:lnTo>
                  <a:lnTo>
                    <a:pt x="204" y="157"/>
                  </a:lnTo>
                  <a:lnTo>
                    <a:pt x="204" y="226"/>
                  </a:lnTo>
                  <a:lnTo>
                    <a:pt x="460" y="226"/>
                  </a:lnTo>
                  <a:lnTo>
                    <a:pt x="460" y="373"/>
                  </a:lnTo>
                  <a:lnTo>
                    <a:pt x="204" y="373"/>
                  </a:lnTo>
                  <a:lnTo>
                    <a:pt x="204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270371" y="4087624"/>
              <a:ext cx="80111" cy="72373"/>
            </a:xfrm>
            <a:custGeom>
              <a:avLst/>
              <a:gdLst/>
              <a:ahLst/>
              <a:cxnLst/>
              <a:rect l="l" t="t" r="r" b="b"/>
              <a:pathLst>
                <a:path w="673" h="608" extrusionOk="0">
                  <a:moveTo>
                    <a:pt x="439" y="608"/>
                  </a:moveTo>
                  <a:lnTo>
                    <a:pt x="335" y="447"/>
                  </a:lnTo>
                  <a:lnTo>
                    <a:pt x="235" y="608"/>
                  </a:lnTo>
                  <a:lnTo>
                    <a:pt x="1" y="608"/>
                  </a:lnTo>
                  <a:lnTo>
                    <a:pt x="217" y="304"/>
                  </a:lnTo>
                  <a:lnTo>
                    <a:pt x="9" y="1"/>
                  </a:lnTo>
                  <a:lnTo>
                    <a:pt x="239" y="1"/>
                  </a:lnTo>
                  <a:lnTo>
                    <a:pt x="339" y="157"/>
                  </a:lnTo>
                  <a:lnTo>
                    <a:pt x="443" y="1"/>
                  </a:lnTo>
                  <a:lnTo>
                    <a:pt x="660" y="1"/>
                  </a:lnTo>
                  <a:lnTo>
                    <a:pt x="452" y="295"/>
                  </a:lnTo>
                  <a:lnTo>
                    <a:pt x="673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347268" y="4087624"/>
              <a:ext cx="66660" cy="72373"/>
            </a:xfrm>
            <a:custGeom>
              <a:avLst/>
              <a:gdLst/>
              <a:ahLst/>
              <a:cxnLst/>
              <a:rect l="l" t="t" r="r" b="b"/>
              <a:pathLst>
                <a:path w="560" h="608" extrusionOk="0">
                  <a:moveTo>
                    <a:pt x="178" y="161"/>
                  </a:moveTo>
                  <a:lnTo>
                    <a:pt x="1" y="161"/>
                  </a:lnTo>
                  <a:lnTo>
                    <a:pt x="1" y="1"/>
                  </a:lnTo>
                  <a:lnTo>
                    <a:pt x="560" y="1"/>
                  </a:lnTo>
                  <a:lnTo>
                    <a:pt x="560" y="161"/>
                  </a:lnTo>
                  <a:lnTo>
                    <a:pt x="382" y="161"/>
                  </a:lnTo>
                  <a:lnTo>
                    <a:pt x="382" y="608"/>
                  </a:lnTo>
                  <a:lnTo>
                    <a:pt x="178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1659842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7913"/>
                    <a:pt x="7913" y="10194"/>
                    <a:pt x="5099" y="10194"/>
                  </a:cubicBezTo>
                  <a:cubicBezTo>
                    <a:pt x="2281" y="10194"/>
                    <a:pt x="0" y="7913"/>
                    <a:pt x="0" y="5099"/>
                  </a:cubicBezTo>
                  <a:cubicBezTo>
                    <a:pt x="0" y="2281"/>
                    <a:pt x="2281" y="0"/>
                    <a:pt x="5099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2617239" y="1471008"/>
              <a:ext cx="99751" cy="79634"/>
            </a:xfrm>
            <a:custGeom>
              <a:avLst/>
              <a:gdLst/>
              <a:ahLst/>
              <a:cxnLst/>
              <a:rect l="l" t="t" r="r" b="b"/>
              <a:pathLst>
                <a:path w="838" h="669" extrusionOk="0">
                  <a:moveTo>
                    <a:pt x="416" y="1"/>
                  </a:moveTo>
                  <a:cubicBezTo>
                    <a:pt x="256" y="1"/>
                    <a:pt x="104" y="70"/>
                    <a:pt x="0" y="178"/>
                  </a:cubicBezTo>
                  <a:lnTo>
                    <a:pt x="61" y="239"/>
                  </a:lnTo>
                  <a:cubicBezTo>
                    <a:pt x="152" y="148"/>
                    <a:pt x="278" y="92"/>
                    <a:pt x="416" y="92"/>
                  </a:cubicBezTo>
                  <a:cubicBezTo>
                    <a:pt x="555" y="92"/>
                    <a:pt x="685" y="148"/>
                    <a:pt x="776" y="239"/>
                  </a:cubicBezTo>
                  <a:lnTo>
                    <a:pt x="837" y="178"/>
                  </a:lnTo>
                  <a:cubicBezTo>
                    <a:pt x="729" y="70"/>
                    <a:pt x="581" y="1"/>
                    <a:pt x="416" y="1"/>
                  </a:cubicBezTo>
                  <a:close/>
                  <a:moveTo>
                    <a:pt x="122" y="300"/>
                  </a:moveTo>
                  <a:lnTo>
                    <a:pt x="182" y="360"/>
                  </a:lnTo>
                  <a:cubicBezTo>
                    <a:pt x="243" y="300"/>
                    <a:pt x="325" y="265"/>
                    <a:pt x="416" y="265"/>
                  </a:cubicBezTo>
                  <a:cubicBezTo>
                    <a:pt x="508" y="265"/>
                    <a:pt x="594" y="300"/>
                    <a:pt x="655" y="360"/>
                  </a:cubicBezTo>
                  <a:lnTo>
                    <a:pt x="716" y="300"/>
                  </a:lnTo>
                  <a:cubicBezTo>
                    <a:pt x="638" y="222"/>
                    <a:pt x="534" y="174"/>
                    <a:pt x="416" y="174"/>
                  </a:cubicBezTo>
                  <a:cubicBezTo>
                    <a:pt x="304" y="174"/>
                    <a:pt x="195" y="222"/>
                    <a:pt x="122" y="300"/>
                  </a:cubicBezTo>
                  <a:close/>
                  <a:moveTo>
                    <a:pt x="256" y="434"/>
                  </a:moveTo>
                  <a:lnTo>
                    <a:pt x="317" y="495"/>
                  </a:lnTo>
                  <a:cubicBezTo>
                    <a:pt x="343" y="473"/>
                    <a:pt x="377" y="456"/>
                    <a:pt x="416" y="456"/>
                  </a:cubicBezTo>
                  <a:cubicBezTo>
                    <a:pt x="456" y="456"/>
                    <a:pt x="490" y="473"/>
                    <a:pt x="516" y="495"/>
                  </a:cubicBezTo>
                  <a:lnTo>
                    <a:pt x="581" y="434"/>
                  </a:lnTo>
                  <a:cubicBezTo>
                    <a:pt x="538" y="395"/>
                    <a:pt x="482" y="369"/>
                    <a:pt x="416" y="369"/>
                  </a:cubicBezTo>
                  <a:cubicBezTo>
                    <a:pt x="356" y="369"/>
                    <a:pt x="299" y="395"/>
                    <a:pt x="256" y="434"/>
                  </a:cubicBezTo>
                  <a:close/>
                  <a:moveTo>
                    <a:pt x="416" y="525"/>
                  </a:moveTo>
                  <a:cubicBezTo>
                    <a:pt x="377" y="525"/>
                    <a:pt x="347" y="555"/>
                    <a:pt x="347" y="595"/>
                  </a:cubicBezTo>
                  <a:cubicBezTo>
                    <a:pt x="347" y="634"/>
                    <a:pt x="377" y="668"/>
                    <a:pt x="416" y="668"/>
                  </a:cubicBezTo>
                  <a:cubicBezTo>
                    <a:pt x="456" y="668"/>
                    <a:pt x="490" y="634"/>
                    <a:pt x="490" y="595"/>
                  </a:cubicBezTo>
                  <a:cubicBezTo>
                    <a:pt x="490" y="555"/>
                    <a:pt x="456" y="525"/>
                    <a:pt x="416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2504751" y="1482912"/>
              <a:ext cx="88324" cy="64636"/>
            </a:xfrm>
            <a:custGeom>
              <a:avLst/>
              <a:gdLst/>
              <a:ahLst/>
              <a:cxnLst/>
              <a:rect l="l" t="t" r="r" b="b"/>
              <a:pathLst>
                <a:path w="742" h="543" extrusionOk="0">
                  <a:moveTo>
                    <a:pt x="0" y="542"/>
                  </a:moveTo>
                  <a:lnTo>
                    <a:pt x="87" y="542"/>
                  </a:lnTo>
                  <a:lnTo>
                    <a:pt x="87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2" y="542"/>
                  </a:lnTo>
                  <a:lnTo>
                    <a:pt x="252" y="299"/>
                  </a:lnTo>
                  <a:lnTo>
                    <a:pt x="165" y="299"/>
                  </a:lnTo>
                  <a:close/>
                  <a:moveTo>
                    <a:pt x="325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25" y="200"/>
                  </a:lnTo>
                  <a:close/>
                  <a:moveTo>
                    <a:pt x="490" y="542"/>
                  </a:moveTo>
                  <a:lnTo>
                    <a:pt x="577" y="542"/>
                  </a:lnTo>
                  <a:lnTo>
                    <a:pt x="577" y="100"/>
                  </a:lnTo>
                  <a:lnTo>
                    <a:pt x="490" y="100"/>
                  </a:lnTo>
                  <a:close/>
                  <a:moveTo>
                    <a:pt x="655" y="542"/>
                  </a:moveTo>
                  <a:lnTo>
                    <a:pt x="741" y="542"/>
                  </a:lnTo>
                  <a:lnTo>
                    <a:pt x="741" y="0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2743178" y="1485412"/>
              <a:ext cx="132724" cy="63684"/>
            </a:xfrm>
            <a:custGeom>
              <a:avLst/>
              <a:gdLst/>
              <a:ahLst/>
              <a:cxnLst/>
              <a:rect l="l" t="t" r="r" b="b"/>
              <a:pathLst>
                <a:path w="1115" h="535" extrusionOk="0">
                  <a:moveTo>
                    <a:pt x="1041" y="417"/>
                  </a:moveTo>
                  <a:cubicBezTo>
                    <a:pt x="1041" y="469"/>
                    <a:pt x="997" y="508"/>
                    <a:pt x="945" y="508"/>
                  </a:cubicBezTo>
                  <a:lnTo>
                    <a:pt x="117" y="508"/>
                  </a:lnTo>
                  <a:cubicBezTo>
                    <a:pt x="65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5" y="23"/>
                    <a:pt x="117" y="23"/>
                  </a:cubicBezTo>
                  <a:lnTo>
                    <a:pt x="945" y="23"/>
                  </a:lnTo>
                  <a:cubicBezTo>
                    <a:pt x="997" y="23"/>
                    <a:pt x="1041" y="66"/>
                    <a:pt x="1041" y="118"/>
                  </a:cubicBezTo>
                  <a:close/>
                  <a:moveTo>
                    <a:pt x="1062" y="196"/>
                  </a:moveTo>
                  <a:lnTo>
                    <a:pt x="1062" y="118"/>
                  </a:lnTo>
                  <a:cubicBezTo>
                    <a:pt x="1062" y="53"/>
                    <a:pt x="1010" y="1"/>
                    <a:pt x="945" y="1"/>
                  </a:cubicBezTo>
                  <a:lnTo>
                    <a:pt x="117" y="1"/>
                  </a:lnTo>
                  <a:cubicBezTo>
                    <a:pt x="52" y="1"/>
                    <a:pt x="0" y="53"/>
                    <a:pt x="0" y="118"/>
                  </a:cubicBezTo>
                  <a:lnTo>
                    <a:pt x="0" y="417"/>
                  </a:lnTo>
                  <a:cubicBezTo>
                    <a:pt x="0" y="478"/>
                    <a:pt x="52" y="534"/>
                    <a:pt x="117" y="534"/>
                  </a:cubicBezTo>
                  <a:lnTo>
                    <a:pt x="945" y="534"/>
                  </a:lnTo>
                  <a:cubicBezTo>
                    <a:pt x="1010" y="534"/>
                    <a:pt x="1062" y="478"/>
                    <a:pt x="1062" y="417"/>
                  </a:cubicBezTo>
                  <a:lnTo>
                    <a:pt x="1062" y="335"/>
                  </a:lnTo>
                  <a:lnTo>
                    <a:pt x="1114" y="335"/>
                  </a:lnTo>
                  <a:lnTo>
                    <a:pt x="1114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1663413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27" y="70"/>
                    <a:pt x="88" y="122"/>
                    <a:pt x="88" y="230"/>
                  </a:cubicBezTo>
                  <a:cubicBezTo>
                    <a:pt x="88" y="338"/>
                    <a:pt x="127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1720787" y="1482912"/>
              <a:ext cx="43924" cy="55351"/>
            </a:xfrm>
            <a:custGeom>
              <a:avLst/>
              <a:gdLst/>
              <a:ahLst/>
              <a:cxnLst/>
              <a:rect l="l" t="t" r="r" b="b"/>
              <a:pathLst>
                <a:path w="369" h="465" extrusionOk="0">
                  <a:moveTo>
                    <a:pt x="100" y="126"/>
                  </a:moveTo>
                  <a:cubicBezTo>
                    <a:pt x="100" y="165"/>
                    <a:pt x="130" y="191"/>
                    <a:pt x="187" y="191"/>
                  </a:cubicBezTo>
                  <a:cubicBezTo>
                    <a:pt x="239" y="191"/>
                    <a:pt x="269" y="165"/>
                    <a:pt x="269" y="126"/>
                  </a:cubicBezTo>
                  <a:cubicBezTo>
                    <a:pt x="269" y="87"/>
                    <a:pt x="234" y="65"/>
                    <a:pt x="187" y="65"/>
                  </a:cubicBezTo>
                  <a:cubicBezTo>
                    <a:pt x="135" y="65"/>
                    <a:pt x="100" y="87"/>
                    <a:pt x="100" y="126"/>
                  </a:cubicBezTo>
                  <a:close/>
                  <a:moveTo>
                    <a:pt x="286" y="325"/>
                  </a:moveTo>
                  <a:cubicBezTo>
                    <a:pt x="286" y="282"/>
                    <a:pt x="247" y="252"/>
                    <a:pt x="187" y="252"/>
                  </a:cubicBezTo>
                  <a:cubicBezTo>
                    <a:pt x="122" y="252"/>
                    <a:pt x="87" y="282"/>
                    <a:pt x="87" y="325"/>
                  </a:cubicBezTo>
                  <a:cubicBezTo>
                    <a:pt x="87" y="369"/>
                    <a:pt x="122" y="399"/>
                    <a:pt x="187" y="399"/>
                  </a:cubicBezTo>
                  <a:cubicBezTo>
                    <a:pt x="247" y="399"/>
                    <a:pt x="286" y="369"/>
                    <a:pt x="286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7" y="464"/>
                  </a:cubicBezTo>
                  <a:cubicBezTo>
                    <a:pt x="74" y="464"/>
                    <a:pt x="0" y="412"/>
                    <a:pt x="0" y="325"/>
                  </a:cubicBezTo>
                  <a:cubicBezTo>
                    <a:pt x="0" y="278"/>
                    <a:pt x="26" y="239"/>
                    <a:pt x="74" y="221"/>
                  </a:cubicBezTo>
                  <a:cubicBezTo>
                    <a:pt x="35" y="200"/>
                    <a:pt x="17" y="165"/>
                    <a:pt x="17" y="126"/>
                  </a:cubicBezTo>
                  <a:cubicBezTo>
                    <a:pt x="17" y="48"/>
                    <a:pt x="82" y="0"/>
                    <a:pt x="187" y="0"/>
                  </a:cubicBezTo>
                  <a:cubicBezTo>
                    <a:pt x="286" y="0"/>
                    <a:pt x="356" y="48"/>
                    <a:pt x="356" y="126"/>
                  </a:cubicBezTo>
                  <a:cubicBezTo>
                    <a:pt x="356" y="165"/>
                    <a:pt x="334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776496" y="1495768"/>
              <a:ext cx="12975" cy="41900"/>
            </a:xfrm>
            <a:custGeom>
              <a:avLst/>
              <a:gdLst/>
              <a:ahLst/>
              <a:cxnLst/>
              <a:rect l="l" t="t" r="r" b="b"/>
              <a:pathLst>
                <a:path w="109" h="352" extrusionOk="0">
                  <a:moveTo>
                    <a:pt x="0" y="300"/>
                  </a:moveTo>
                  <a:cubicBezTo>
                    <a:pt x="0" y="269"/>
                    <a:pt x="26" y="248"/>
                    <a:pt x="57" y="248"/>
                  </a:cubicBezTo>
                  <a:cubicBezTo>
                    <a:pt x="83" y="248"/>
                    <a:pt x="109" y="269"/>
                    <a:pt x="109" y="300"/>
                  </a:cubicBezTo>
                  <a:cubicBezTo>
                    <a:pt x="109" y="330"/>
                    <a:pt x="83" y="352"/>
                    <a:pt x="57" y="352"/>
                  </a:cubicBezTo>
                  <a:cubicBezTo>
                    <a:pt x="26" y="352"/>
                    <a:pt x="0" y="330"/>
                    <a:pt x="0" y="300"/>
                  </a:cubicBezTo>
                  <a:close/>
                  <a:moveTo>
                    <a:pt x="0" y="53"/>
                  </a:moveTo>
                  <a:cubicBezTo>
                    <a:pt x="0" y="22"/>
                    <a:pt x="26" y="1"/>
                    <a:pt x="57" y="1"/>
                  </a:cubicBezTo>
                  <a:cubicBezTo>
                    <a:pt x="83" y="1"/>
                    <a:pt x="109" y="22"/>
                    <a:pt x="109" y="53"/>
                  </a:cubicBezTo>
                  <a:cubicBezTo>
                    <a:pt x="109" y="83"/>
                    <a:pt x="83" y="109"/>
                    <a:pt x="57" y="109"/>
                  </a:cubicBezTo>
                  <a:cubicBezTo>
                    <a:pt x="26" y="109"/>
                    <a:pt x="0" y="83"/>
                    <a:pt x="0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801731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1" y="230"/>
                  </a:moveTo>
                  <a:cubicBezTo>
                    <a:pt x="291" y="122"/>
                    <a:pt x="248" y="70"/>
                    <a:pt x="187" y="70"/>
                  </a:cubicBezTo>
                  <a:cubicBezTo>
                    <a:pt x="127" y="70"/>
                    <a:pt x="83" y="122"/>
                    <a:pt x="83" y="230"/>
                  </a:cubicBezTo>
                  <a:cubicBezTo>
                    <a:pt x="83" y="338"/>
                    <a:pt x="127" y="390"/>
                    <a:pt x="187" y="390"/>
                  </a:cubicBezTo>
                  <a:cubicBezTo>
                    <a:pt x="248" y="390"/>
                    <a:pt x="291" y="338"/>
                    <a:pt x="291" y="230"/>
                  </a:cubicBezTo>
                  <a:close/>
                  <a:moveTo>
                    <a:pt x="1" y="230"/>
                  </a:moveTo>
                  <a:cubicBezTo>
                    <a:pt x="1" y="83"/>
                    <a:pt x="79" y="0"/>
                    <a:pt x="187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87" y="464"/>
                  </a:cubicBezTo>
                  <a:cubicBezTo>
                    <a:pt x="79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1859106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5" y="230"/>
                  </a:moveTo>
                  <a:cubicBezTo>
                    <a:pt x="295" y="122"/>
                    <a:pt x="252" y="70"/>
                    <a:pt x="191" y="70"/>
                  </a:cubicBezTo>
                  <a:cubicBezTo>
                    <a:pt x="126" y="70"/>
                    <a:pt x="87" y="122"/>
                    <a:pt x="87" y="230"/>
                  </a:cubicBezTo>
                  <a:cubicBezTo>
                    <a:pt x="87" y="338"/>
                    <a:pt x="126" y="390"/>
                    <a:pt x="191" y="390"/>
                  </a:cubicBezTo>
                  <a:cubicBezTo>
                    <a:pt x="252" y="390"/>
                    <a:pt x="295" y="338"/>
                    <a:pt x="295" y="230"/>
                  </a:cubicBezTo>
                  <a:close/>
                  <a:moveTo>
                    <a:pt x="0" y="230"/>
                  </a:moveTo>
                  <a:cubicBezTo>
                    <a:pt x="0" y="83"/>
                    <a:pt x="82" y="0"/>
                    <a:pt x="191" y="0"/>
                  </a:cubicBezTo>
                  <a:cubicBezTo>
                    <a:pt x="299" y="0"/>
                    <a:pt x="377" y="83"/>
                    <a:pt x="377" y="230"/>
                  </a:cubicBezTo>
                  <a:cubicBezTo>
                    <a:pt x="377" y="377"/>
                    <a:pt x="299" y="464"/>
                    <a:pt x="191" y="464"/>
                  </a:cubicBezTo>
                  <a:cubicBezTo>
                    <a:pt x="82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3"/>
            <p:cNvSpPr txBox="1"/>
            <p:nvPr/>
          </p:nvSpPr>
          <p:spPr>
            <a:xfrm>
              <a:off x="1465690" y="3135338"/>
              <a:ext cx="1614900" cy="726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List the details of purchased products, removed products and total price.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5" name="Google Shape;1755;p33"/>
          <p:cNvGrpSpPr/>
          <p:nvPr/>
        </p:nvGrpSpPr>
        <p:grpSpPr>
          <a:xfrm>
            <a:off x="3565616" y="336875"/>
            <a:ext cx="1941896" cy="2071045"/>
            <a:chOff x="3751950" y="1268650"/>
            <a:chExt cx="1614948" cy="3137048"/>
          </a:xfrm>
        </p:grpSpPr>
        <p:sp>
          <p:nvSpPr>
            <p:cNvPr id="1756" name="Google Shape;1756;p33"/>
            <p:cNvSpPr/>
            <p:nvPr/>
          </p:nvSpPr>
          <p:spPr>
            <a:xfrm>
              <a:off x="3751950" y="1268650"/>
              <a:ext cx="1614948" cy="3137048"/>
            </a:xfrm>
            <a:custGeom>
              <a:avLst/>
              <a:gdLst/>
              <a:ahLst/>
              <a:cxnLst/>
              <a:rect l="l" t="t" r="r" b="b"/>
              <a:pathLst>
                <a:path w="13567" h="26354" extrusionOk="0">
                  <a:moveTo>
                    <a:pt x="13567" y="1085"/>
                  </a:moveTo>
                  <a:lnTo>
                    <a:pt x="13567" y="25269"/>
                  </a:lnTo>
                  <a:cubicBezTo>
                    <a:pt x="13567" y="25863"/>
                    <a:pt x="13077" y="26353"/>
                    <a:pt x="12483" y="26353"/>
                  </a:cubicBezTo>
                  <a:lnTo>
                    <a:pt x="1084" y="26353"/>
                  </a:lnTo>
                  <a:cubicBezTo>
                    <a:pt x="490" y="26353"/>
                    <a:pt x="0" y="25863"/>
                    <a:pt x="0" y="25269"/>
                  </a:cubicBezTo>
                  <a:lnTo>
                    <a:pt x="0" y="1085"/>
                  </a:lnTo>
                  <a:cubicBezTo>
                    <a:pt x="0" y="491"/>
                    <a:pt x="490" y="1"/>
                    <a:pt x="1084" y="1"/>
                  </a:cubicBezTo>
                  <a:lnTo>
                    <a:pt x="12483" y="1"/>
                  </a:lnTo>
                  <a:cubicBezTo>
                    <a:pt x="13077" y="1"/>
                    <a:pt x="13567" y="491"/>
                    <a:pt x="13567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952643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6257"/>
                    <a:pt x="9808" y="7323"/>
                    <a:pt x="9158" y="8177"/>
                  </a:cubicBezTo>
                  <a:cubicBezTo>
                    <a:pt x="8577" y="8945"/>
                    <a:pt x="7779" y="9543"/>
                    <a:pt x="6860" y="9881"/>
                  </a:cubicBezTo>
                  <a:cubicBezTo>
                    <a:pt x="6309" y="10085"/>
                    <a:pt x="5715" y="10194"/>
                    <a:pt x="5095" y="10194"/>
                  </a:cubicBezTo>
                  <a:cubicBezTo>
                    <a:pt x="4792" y="10194"/>
                    <a:pt x="4493" y="10168"/>
                    <a:pt x="4202" y="10115"/>
                  </a:cubicBezTo>
                  <a:cubicBezTo>
                    <a:pt x="3474" y="9990"/>
                    <a:pt x="2802" y="9708"/>
                    <a:pt x="2216" y="9305"/>
                  </a:cubicBezTo>
                  <a:cubicBezTo>
                    <a:pt x="877" y="8386"/>
                    <a:pt x="1" y="6846"/>
                    <a:pt x="1" y="5099"/>
                  </a:cubicBezTo>
                  <a:cubicBezTo>
                    <a:pt x="1" y="2281"/>
                    <a:pt x="2281" y="0"/>
                    <a:pt x="5095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5023599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4" y="698"/>
                    <a:pt x="482" y="880"/>
                  </a:cubicBezTo>
                  <a:cubicBezTo>
                    <a:pt x="365" y="490"/>
                    <a:pt x="0" y="464"/>
                    <a:pt x="0" y="464"/>
                  </a:cubicBezTo>
                  <a:cubicBezTo>
                    <a:pt x="291" y="408"/>
                    <a:pt x="417" y="187"/>
                    <a:pt x="469" y="0"/>
                  </a:cubicBezTo>
                  <a:cubicBezTo>
                    <a:pt x="586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5107757" y="2111533"/>
              <a:ext cx="58327" cy="53804"/>
            </a:xfrm>
            <a:custGeom>
              <a:avLst/>
              <a:gdLst/>
              <a:ahLst/>
              <a:cxnLst/>
              <a:rect l="l" t="t" r="r" b="b"/>
              <a:pathLst>
                <a:path w="490" h="452" extrusionOk="0">
                  <a:moveTo>
                    <a:pt x="490" y="217"/>
                  </a:moveTo>
                  <a:cubicBezTo>
                    <a:pt x="338" y="243"/>
                    <a:pt x="273" y="360"/>
                    <a:pt x="247" y="451"/>
                  </a:cubicBezTo>
                  <a:cubicBezTo>
                    <a:pt x="186" y="252"/>
                    <a:pt x="0" y="239"/>
                    <a:pt x="0" y="239"/>
                  </a:cubicBezTo>
                  <a:cubicBezTo>
                    <a:pt x="147" y="208"/>
                    <a:pt x="212" y="96"/>
                    <a:pt x="243" y="0"/>
                  </a:cubicBezTo>
                  <a:cubicBezTo>
                    <a:pt x="299" y="200"/>
                    <a:pt x="490" y="217"/>
                    <a:pt x="490" y="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5012172" y="2059872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270" y="135"/>
                  </a:moveTo>
                  <a:cubicBezTo>
                    <a:pt x="270" y="209"/>
                    <a:pt x="209" y="269"/>
                    <a:pt x="135" y="269"/>
                  </a:cubicBezTo>
                  <a:cubicBezTo>
                    <a:pt x="62" y="269"/>
                    <a:pt x="1" y="209"/>
                    <a:pt x="1" y="135"/>
                  </a:cubicBezTo>
                  <a:cubicBezTo>
                    <a:pt x="1" y="61"/>
                    <a:pt x="62" y="1"/>
                    <a:pt x="135" y="1"/>
                  </a:cubicBezTo>
                  <a:cubicBezTo>
                    <a:pt x="209" y="1"/>
                    <a:pt x="270" y="61"/>
                    <a:pt x="270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19325" y="1925720"/>
              <a:ext cx="32616" cy="32616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274" y="135"/>
                  </a:moveTo>
                  <a:cubicBezTo>
                    <a:pt x="274" y="213"/>
                    <a:pt x="213" y="273"/>
                    <a:pt x="135" y="273"/>
                  </a:cubicBezTo>
                  <a:cubicBezTo>
                    <a:pt x="61" y="273"/>
                    <a:pt x="1" y="213"/>
                    <a:pt x="1" y="135"/>
                  </a:cubicBezTo>
                  <a:cubicBezTo>
                    <a:pt x="1" y="61"/>
                    <a:pt x="61" y="0"/>
                    <a:pt x="135" y="0"/>
                  </a:cubicBezTo>
                  <a:cubicBezTo>
                    <a:pt x="213" y="0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4297963" y="4041201"/>
              <a:ext cx="522445" cy="162126"/>
            </a:xfrm>
            <a:custGeom>
              <a:avLst/>
              <a:gdLst/>
              <a:ahLst/>
              <a:cxnLst/>
              <a:rect l="l" t="t" r="r" b="b"/>
              <a:pathLst>
                <a:path w="4389" h="1362" extrusionOk="0">
                  <a:moveTo>
                    <a:pt x="4388" y="1067"/>
                  </a:moveTo>
                  <a:cubicBezTo>
                    <a:pt x="4388" y="1227"/>
                    <a:pt x="4258" y="1362"/>
                    <a:pt x="4098" y="1362"/>
                  </a:cubicBezTo>
                  <a:lnTo>
                    <a:pt x="295" y="1362"/>
                  </a:lnTo>
                  <a:cubicBezTo>
                    <a:pt x="135" y="1362"/>
                    <a:pt x="0" y="1227"/>
                    <a:pt x="0" y="1067"/>
                  </a:cubicBezTo>
                  <a:lnTo>
                    <a:pt x="0" y="291"/>
                  </a:lnTo>
                  <a:cubicBezTo>
                    <a:pt x="0" y="130"/>
                    <a:pt x="135" y="0"/>
                    <a:pt x="295" y="0"/>
                  </a:cubicBezTo>
                  <a:lnTo>
                    <a:pt x="4098" y="0"/>
                  </a:lnTo>
                  <a:cubicBezTo>
                    <a:pt x="4258" y="0"/>
                    <a:pt x="4388" y="130"/>
                    <a:pt x="4388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417117" y="4087624"/>
              <a:ext cx="71421" cy="72373"/>
            </a:xfrm>
            <a:custGeom>
              <a:avLst/>
              <a:gdLst/>
              <a:ahLst/>
              <a:cxnLst/>
              <a:rect l="l" t="t" r="r" b="b"/>
              <a:pathLst>
                <a:path w="600" h="608" extrusionOk="0">
                  <a:moveTo>
                    <a:pt x="599" y="1"/>
                  </a:moveTo>
                  <a:lnTo>
                    <a:pt x="599" y="608"/>
                  </a:lnTo>
                  <a:lnTo>
                    <a:pt x="430" y="608"/>
                  </a:lnTo>
                  <a:lnTo>
                    <a:pt x="200" y="334"/>
                  </a:lnTo>
                  <a:lnTo>
                    <a:pt x="200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170" y="1"/>
                  </a:lnTo>
                  <a:lnTo>
                    <a:pt x="400" y="278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500203" y="4087624"/>
              <a:ext cx="59994" cy="72373"/>
            </a:xfrm>
            <a:custGeom>
              <a:avLst/>
              <a:gdLst/>
              <a:ahLst/>
              <a:cxnLst/>
              <a:rect l="l" t="t" r="r" b="b"/>
              <a:pathLst>
                <a:path w="504" h="608" extrusionOk="0">
                  <a:moveTo>
                    <a:pt x="504" y="456"/>
                  </a:moveTo>
                  <a:lnTo>
                    <a:pt x="504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495" y="1"/>
                  </a:lnTo>
                  <a:lnTo>
                    <a:pt x="495" y="157"/>
                  </a:lnTo>
                  <a:lnTo>
                    <a:pt x="200" y="157"/>
                  </a:lnTo>
                  <a:lnTo>
                    <a:pt x="200" y="226"/>
                  </a:lnTo>
                  <a:lnTo>
                    <a:pt x="460" y="226"/>
                  </a:lnTo>
                  <a:lnTo>
                    <a:pt x="460" y="373"/>
                  </a:lnTo>
                  <a:lnTo>
                    <a:pt x="200" y="373"/>
                  </a:lnTo>
                  <a:lnTo>
                    <a:pt x="200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562696" y="4087624"/>
              <a:ext cx="80111" cy="72373"/>
            </a:xfrm>
            <a:custGeom>
              <a:avLst/>
              <a:gdLst/>
              <a:ahLst/>
              <a:cxnLst/>
              <a:rect l="l" t="t" r="r" b="b"/>
              <a:pathLst>
                <a:path w="673" h="608" extrusionOk="0">
                  <a:moveTo>
                    <a:pt x="438" y="608"/>
                  </a:moveTo>
                  <a:lnTo>
                    <a:pt x="334" y="447"/>
                  </a:lnTo>
                  <a:lnTo>
                    <a:pt x="230" y="608"/>
                  </a:lnTo>
                  <a:lnTo>
                    <a:pt x="1" y="608"/>
                  </a:lnTo>
                  <a:lnTo>
                    <a:pt x="217" y="304"/>
                  </a:lnTo>
                  <a:lnTo>
                    <a:pt x="5" y="1"/>
                  </a:lnTo>
                  <a:lnTo>
                    <a:pt x="235" y="1"/>
                  </a:lnTo>
                  <a:lnTo>
                    <a:pt x="339" y="157"/>
                  </a:lnTo>
                  <a:lnTo>
                    <a:pt x="438" y="1"/>
                  </a:lnTo>
                  <a:lnTo>
                    <a:pt x="660" y="1"/>
                  </a:lnTo>
                  <a:lnTo>
                    <a:pt x="451" y="295"/>
                  </a:lnTo>
                  <a:lnTo>
                    <a:pt x="673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4639117" y="4087624"/>
              <a:ext cx="67136" cy="72373"/>
            </a:xfrm>
            <a:custGeom>
              <a:avLst/>
              <a:gdLst/>
              <a:ahLst/>
              <a:cxnLst/>
              <a:rect l="l" t="t" r="r" b="b"/>
              <a:pathLst>
                <a:path w="564" h="608" extrusionOk="0">
                  <a:moveTo>
                    <a:pt x="178" y="161"/>
                  </a:moveTo>
                  <a:lnTo>
                    <a:pt x="0" y="161"/>
                  </a:lnTo>
                  <a:lnTo>
                    <a:pt x="0" y="1"/>
                  </a:lnTo>
                  <a:lnTo>
                    <a:pt x="564" y="1"/>
                  </a:lnTo>
                  <a:lnTo>
                    <a:pt x="564" y="161"/>
                  </a:lnTo>
                  <a:lnTo>
                    <a:pt x="386" y="161"/>
                  </a:lnTo>
                  <a:lnTo>
                    <a:pt x="386" y="608"/>
                  </a:lnTo>
                  <a:lnTo>
                    <a:pt x="178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903850" y="1471008"/>
              <a:ext cx="100227" cy="79634"/>
            </a:xfrm>
            <a:custGeom>
              <a:avLst/>
              <a:gdLst/>
              <a:ahLst/>
              <a:cxnLst/>
              <a:rect l="l" t="t" r="r" b="b"/>
              <a:pathLst>
                <a:path w="842" h="669" extrusionOk="0">
                  <a:moveTo>
                    <a:pt x="421" y="1"/>
                  </a:moveTo>
                  <a:cubicBezTo>
                    <a:pt x="256" y="1"/>
                    <a:pt x="109" y="70"/>
                    <a:pt x="0" y="178"/>
                  </a:cubicBezTo>
                  <a:lnTo>
                    <a:pt x="65" y="239"/>
                  </a:lnTo>
                  <a:cubicBezTo>
                    <a:pt x="157" y="148"/>
                    <a:pt x="282" y="92"/>
                    <a:pt x="421" y="92"/>
                  </a:cubicBezTo>
                  <a:cubicBezTo>
                    <a:pt x="560" y="92"/>
                    <a:pt x="685" y="148"/>
                    <a:pt x="777" y="239"/>
                  </a:cubicBezTo>
                  <a:lnTo>
                    <a:pt x="842" y="178"/>
                  </a:lnTo>
                  <a:cubicBezTo>
                    <a:pt x="733" y="70"/>
                    <a:pt x="586" y="1"/>
                    <a:pt x="421" y="1"/>
                  </a:cubicBezTo>
                  <a:close/>
                  <a:moveTo>
                    <a:pt x="122" y="300"/>
                  </a:moveTo>
                  <a:lnTo>
                    <a:pt x="187" y="360"/>
                  </a:lnTo>
                  <a:cubicBezTo>
                    <a:pt x="248" y="300"/>
                    <a:pt x="330" y="265"/>
                    <a:pt x="421" y="265"/>
                  </a:cubicBezTo>
                  <a:cubicBezTo>
                    <a:pt x="512" y="265"/>
                    <a:pt x="594" y="300"/>
                    <a:pt x="655" y="360"/>
                  </a:cubicBezTo>
                  <a:lnTo>
                    <a:pt x="720" y="300"/>
                  </a:lnTo>
                  <a:cubicBezTo>
                    <a:pt x="642" y="222"/>
                    <a:pt x="538" y="174"/>
                    <a:pt x="421" y="174"/>
                  </a:cubicBezTo>
                  <a:cubicBezTo>
                    <a:pt x="304" y="174"/>
                    <a:pt x="200" y="222"/>
                    <a:pt x="122" y="300"/>
                  </a:cubicBezTo>
                  <a:close/>
                  <a:moveTo>
                    <a:pt x="261" y="434"/>
                  </a:moveTo>
                  <a:lnTo>
                    <a:pt x="321" y="495"/>
                  </a:lnTo>
                  <a:cubicBezTo>
                    <a:pt x="347" y="473"/>
                    <a:pt x="382" y="456"/>
                    <a:pt x="421" y="456"/>
                  </a:cubicBezTo>
                  <a:cubicBezTo>
                    <a:pt x="460" y="456"/>
                    <a:pt x="495" y="473"/>
                    <a:pt x="521" y="495"/>
                  </a:cubicBezTo>
                  <a:lnTo>
                    <a:pt x="581" y="434"/>
                  </a:lnTo>
                  <a:cubicBezTo>
                    <a:pt x="542" y="395"/>
                    <a:pt x="482" y="369"/>
                    <a:pt x="421" y="369"/>
                  </a:cubicBezTo>
                  <a:cubicBezTo>
                    <a:pt x="356" y="369"/>
                    <a:pt x="300" y="395"/>
                    <a:pt x="261" y="434"/>
                  </a:cubicBezTo>
                  <a:close/>
                  <a:moveTo>
                    <a:pt x="421" y="525"/>
                  </a:moveTo>
                  <a:cubicBezTo>
                    <a:pt x="382" y="525"/>
                    <a:pt x="352" y="555"/>
                    <a:pt x="352" y="595"/>
                  </a:cubicBezTo>
                  <a:cubicBezTo>
                    <a:pt x="352" y="634"/>
                    <a:pt x="382" y="668"/>
                    <a:pt x="421" y="668"/>
                  </a:cubicBezTo>
                  <a:cubicBezTo>
                    <a:pt x="460" y="668"/>
                    <a:pt x="490" y="634"/>
                    <a:pt x="490" y="595"/>
                  </a:cubicBezTo>
                  <a:cubicBezTo>
                    <a:pt x="490" y="555"/>
                    <a:pt x="460" y="525"/>
                    <a:pt x="421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791362" y="1482912"/>
              <a:ext cx="88800" cy="64636"/>
            </a:xfrm>
            <a:custGeom>
              <a:avLst/>
              <a:gdLst/>
              <a:ahLst/>
              <a:cxnLst/>
              <a:rect l="l" t="t" r="r" b="b"/>
              <a:pathLst>
                <a:path w="746" h="543" extrusionOk="0">
                  <a:moveTo>
                    <a:pt x="0" y="542"/>
                  </a:moveTo>
                  <a:lnTo>
                    <a:pt x="91" y="542"/>
                  </a:lnTo>
                  <a:lnTo>
                    <a:pt x="91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6" y="542"/>
                  </a:lnTo>
                  <a:lnTo>
                    <a:pt x="256" y="299"/>
                  </a:lnTo>
                  <a:lnTo>
                    <a:pt x="165" y="299"/>
                  </a:lnTo>
                  <a:close/>
                  <a:moveTo>
                    <a:pt x="330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30" y="200"/>
                  </a:lnTo>
                  <a:close/>
                  <a:moveTo>
                    <a:pt x="495" y="542"/>
                  </a:moveTo>
                  <a:lnTo>
                    <a:pt x="581" y="542"/>
                  </a:lnTo>
                  <a:lnTo>
                    <a:pt x="581" y="100"/>
                  </a:lnTo>
                  <a:lnTo>
                    <a:pt x="495" y="100"/>
                  </a:lnTo>
                  <a:close/>
                  <a:moveTo>
                    <a:pt x="659" y="542"/>
                  </a:moveTo>
                  <a:lnTo>
                    <a:pt x="746" y="542"/>
                  </a:lnTo>
                  <a:lnTo>
                    <a:pt x="746" y="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5030265" y="1485412"/>
              <a:ext cx="132248" cy="63684"/>
            </a:xfrm>
            <a:custGeom>
              <a:avLst/>
              <a:gdLst/>
              <a:ahLst/>
              <a:cxnLst/>
              <a:rect l="l" t="t" r="r" b="b"/>
              <a:pathLst>
                <a:path w="1111" h="535" extrusionOk="0">
                  <a:moveTo>
                    <a:pt x="1037" y="417"/>
                  </a:moveTo>
                  <a:cubicBezTo>
                    <a:pt x="1037" y="469"/>
                    <a:pt x="994" y="508"/>
                    <a:pt x="942" y="508"/>
                  </a:cubicBezTo>
                  <a:lnTo>
                    <a:pt x="118" y="508"/>
                  </a:lnTo>
                  <a:cubicBezTo>
                    <a:pt x="66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6" y="23"/>
                    <a:pt x="118" y="23"/>
                  </a:cubicBezTo>
                  <a:lnTo>
                    <a:pt x="942" y="23"/>
                  </a:lnTo>
                  <a:cubicBezTo>
                    <a:pt x="994" y="23"/>
                    <a:pt x="1037" y="66"/>
                    <a:pt x="1037" y="118"/>
                  </a:cubicBezTo>
                  <a:close/>
                  <a:moveTo>
                    <a:pt x="1059" y="196"/>
                  </a:moveTo>
                  <a:lnTo>
                    <a:pt x="1059" y="118"/>
                  </a:lnTo>
                  <a:cubicBezTo>
                    <a:pt x="1059" y="53"/>
                    <a:pt x="1007" y="1"/>
                    <a:pt x="942" y="1"/>
                  </a:cubicBezTo>
                  <a:lnTo>
                    <a:pt x="118" y="1"/>
                  </a:lnTo>
                  <a:cubicBezTo>
                    <a:pt x="53" y="1"/>
                    <a:pt x="1" y="53"/>
                    <a:pt x="1" y="118"/>
                  </a:cubicBezTo>
                  <a:lnTo>
                    <a:pt x="1" y="417"/>
                  </a:lnTo>
                  <a:cubicBezTo>
                    <a:pt x="1" y="478"/>
                    <a:pt x="53" y="534"/>
                    <a:pt x="118" y="534"/>
                  </a:cubicBezTo>
                  <a:lnTo>
                    <a:pt x="942" y="534"/>
                  </a:lnTo>
                  <a:cubicBezTo>
                    <a:pt x="1007" y="534"/>
                    <a:pt x="1059" y="478"/>
                    <a:pt x="1059" y="417"/>
                  </a:cubicBezTo>
                  <a:lnTo>
                    <a:pt x="1059" y="335"/>
                  </a:lnTo>
                  <a:lnTo>
                    <a:pt x="1111" y="335"/>
                  </a:lnTo>
                  <a:lnTo>
                    <a:pt x="1111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3950619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52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52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83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83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007875" y="1482912"/>
              <a:ext cx="44043" cy="55351"/>
            </a:xfrm>
            <a:custGeom>
              <a:avLst/>
              <a:gdLst/>
              <a:ahLst/>
              <a:cxnLst/>
              <a:rect l="l" t="t" r="r" b="b"/>
              <a:pathLst>
                <a:path w="370" h="465" extrusionOk="0">
                  <a:moveTo>
                    <a:pt x="96" y="126"/>
                  </a:moveTo>
                  <a:cubicBezTo>
                    <a:pt x="96" y="165"/>
                    <a:pt x="131" y="191"/>
                    <a:pt x="183" y="191"/>
                  </a:cubicBezTo>
                  <a:cubicBezTo>
                    <a:pt x="239" y="191"/>
                    <a:pt x="269" y="165"/>
                    <a:pt x="269" y="126"/>
                  </a:cubicBezTo>
                  <a:cubicBezTo>
                    <a:pt x="269" y="87"/>
                    <a:pt x="235" y="65"/>
                    <a:pt x="183" y="65"/>
                  </a:cubicBezTo>
                  <a:cubicBezTo>
                    <a:pt x="131" y="65"/>
                    <a:pt x="96" y="87"/>
                    <a:pt x="96" y="126"/>
                  </a:cubicBezTo>
                  <a:close/>
                  <a:moveTo>
                    <a:pt x="282" y="325"/>
                  </a:moveTo>
                  <a:cubicBezTo>
                    <a:pt x="282" y="282"/>
                    <a:pt x="243" y="252"/>
                    <a:pt x="183" y="252"/>
                  </a:cubicBezTo>
                  <a:cubicBezTo>
                    <a:pt x="122" y="252"/>
                    <a:pt x="83" y="282"/>
                    <a:pt x="83" y="325"/>
                  </a:cubicBezTo>
                  <a:cubicBezTo>
                    <a:pt x="83" y="369"/>
                    <a:pt x="122" y="399"/>
                    <a:pt x="183" y="399"/>
                  </a:cubicBezTo>
                  <a:cubicBezTo>
                    <a:pt x="243" y="399"/>
                    <a:pt x="282" y="369"/>
                    <a:pt x="282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3" y="464"/>
                  </a:cubicBezTo>
                  <a:cubicBezTo>
                    <a:pt x="70" y="464"/>
                    <a:pt x="1" y="412"/>
                    <a:pt x="1" y="325"/>
                  </a:cubicBezTo>
                  <a:cubicBezTo>
                    <a:pt x="1" y="278"/>
                    <a:pt x="27" y="239"/>
                    <a:pt x="70" y="221"/>
                  </a:cubicBezTo>
                  <a:cubicBezTo>
                    <a:pt x="35" y="200"/>
                    <a:pt x="14" y="165"/>
                    <a:pt x="14" y="126"/>
                  </a:cubicBezTo>
                  <a:cubicBezTo>
                    <a:pt x="14" y="48"/>
                    <a:pt x="83" y="0"/>
                    <a:pt x="183" y="0"/>
                  </a:cubicBezTo>
                  <a:cubicBezTo>
                    <a:pt x="282" y="0"/>
                    <a:pt x="352" y="48"/>
                    <a:pt x="352" y="126"/>
                  </a:cubicBezTo>
                  <a:cubicBezTo>
                    <a:pt x="352" y="165"/>
                    <a:pt x="330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063583" y="1495768"/>
              <a:ext cx="13094" cy="41900"/>
            </a:xfrm>
            <a:custGeom>
              <a:avLst/>
              <a:gdLst/>
              <a:ahLst/>
              <a:cxnLst/>
              <a:rect l="l" t="t" r="r" b="b"/>
              <a:pathLst>
                <a:path w="110" h="352" extrusionOk="0">
                  <a:moveTo>
                    <a:pt x="1" y="300"/>
                  </a:moveTo>
                  <a:cubicBezTo>
                    <a:pt x="1" y="269"/>
                    <a:pt x="27" y="248"/>
                    <a:pt x="53" y="248"/>
                  </a:cubicBezTo>
                  <a:cubicBezTo>
                    <a:pt x="83" y="248"/>
                    <a:pt x="109" y="269"/>
                    <a:pt x="109" y="300"/>
                  </a:cubicBezTo>
                  <a:cubicBezTo>
                    <a:pt x="109" y="330"/>
                    <a:pt x="83" y="352"/>
                    <a:pt x="53" y="352"/>
                  </a:cubicBezTo>
                  <a:cubicBezTo>
                    <a:pt x="27" y="352"/>
                    <a:pt x="1" y="330"/>
                    <a:pt x="1" y="300"/>
                  </a:cubicBezTo>
                  <a:close/>
                  <a:moveTo>
                    <a:pt x="1" y="53"/>
                  </a:moveTo>
                  <a:cubicBezTo>
                    <a:pt x="1" y="22"/>
                    <a:pt x="27" y="1"/>
                    <a:pt x="53" y="1"/>
                  </a:cubicBezTo>
                  <a:cubicBezTo>
                    <a:pt x="83" y="1"/>
                    <a:pt x="109" y="22"/>
                    <a:pt x="109" y="53"/>
                  </a:cubicBezTo>
                  <a:cubicBezTo>
                    <a:pt x="109" y="83"/>
                    <a:pt x="83" y="109"/>
                    <a:pt x="53" y="109"/>
                  </a:cubicBezTo>
                  <a:cubicBezTo>
                    <a:pt x="27" y="109"/>
                    <a:pt x="1" y="83"/>
                    <a:pt x="1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088342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31" y="70"/>
                    <a:pt x="88" y="122"/>
                    <a:pt x="88" y="230"/>
                  </a:cubicBezTo>
                  <a:cubicBezTo>
                    <a:pt x="88" y="338"/>
                    <a:pt x="131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300" y="0"/>
                    <a:pt x="378" y="83"/>
                    <a:pt x="378" y="230"/>
                  </a:cubicBezTo>
                  <a:cubicBezTo>
                    <a:pt x="378" y="377"/>
                    <a:pt x="300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4146193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52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52" y="390"/>
                    <a:pt x="291" y="338"/>
                    <a:pt x="291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3"/>
            <p:cNvSpPr txBox="1"/>
            <p:nvPr/>
          </p:nvSpPr>
          <p:spPr>
            <a:xfrm>
              <a:off x="3751975" y="3263938"/>
              <a:ext cx="1614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Click “ Payment “ button to proceed to payment page.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6" name="Google Shape;1776;p33"/>
          <p:cNvGrpSpPr/>
          <p:nvPr/>
        </p:nvGrpSpPr>
        <p:grpSpPr>
          <a:xfrm>
            <a:off x="6391332" y="336875"/>
            <a:ext cx="2021654" cy="2071045"/>
            <a:chOff x="6044150" y="1268650"/>
            <a:chExt cx="1681278" cy="3137048"/>
          </a:xfrm>
        </p:grpSpPr>
        <p:sp>
          <p:nvSpPr>
            <p:cNvPr id="1777" name="Google Shape;1777;p33"/>
            <p:cNvSpPr/>
            <p:nvPr/>
          </p:nvSpPr>
          <p:spPr>
            <a:xfrm>
              <a:off x="6044156" y="1268650"/>
              <a:ext cx="1614591" cy="3137048"/>
            </a:xfrm>
            <a:custGeom>
              <a:avLst/>
              <a:gdLst/>
              <a:ahLst/>
              <a:cxnLst/>
              <a:rect l="l" t="t" r="r" b="b"/>
              <a:pathLst>
                <a:path w="13564" h="26354" extrusionOk="0">
                  <a:moveTo>
                    <a:pt x="13563" y="1085"/>
                  </a:moveTo>
                  <a:lnTo>
                    <a:pt x="13563" y="25269"/>
                  </a:lnTo>
                  <a:cubicBezTo>
                    <a:pt x="13563" y="25863"/>
                    <a:pt x="13077" y="26353"/>
                    <a:pt x="12479" y="26353"/>
                  </a:cubicBezTo>
                  <a:lnTo>
                    <a:pt x="1085" y="26353"/>
                  </a:lnTo>
                  <a:cubicBezTo>
                    <a:pt x="491" y="26353"/>
                    <a:pt x="1" y="25863"/>
                    <a:pt x="1" y="25269"/>
                  </a:cubicBezTo>
                  <a:lnTo>
                    <a:pt x="1" y="1085"/>
                  </a:lnTo>
                  <a:cubicBezTo>
                    <a:pt x="1" y="491"/>
                    <a:pt x="491" y="1"/>
                    <a:pt x="1085" y="1"/>
                  </a:cubicBezTo>
                  <a:lnTo>
                    <a:pt x="12479" y="1"/>
                  </a:lnTo>
                  <a:cubicBezTo>
                    <a:pt x="13077" y="1"/>
                    <a:pt x="13563" y="491"/>
                    <a:pt x="13563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7314377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3" y="698"/>
                    <a:pt x="477" y="880"/>
                  </a:cubicBezTo>
                  <a:cubicBezTo>
                    <a:pt x="364" y="490"/>
                    <a:pt x="0" y="464"/>
                    <a:pt x="0" y="464"/>
                  </a:cubicBezTo>
                  <a:cubicBezTo>
                    <a:pt x="286" y="408"/>
                    <a:pt x="416" y="187"/>
                    <a:pt x="468" y="0"/>
                  </a:cubicBezTo>
                  <a:cubicBezTo>
                    <a:pt x="585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7398416" y="2111533"/>
              <a:ext cx="57970" cy="53804"/>
            </a:xfrm>
            <a:custGeom>
              <a:avLst/>
              <a:gdLst/>
              <a:ahLst/>
              <a:cxnLst/>
              <a:rect l="l" t="t" r="r" b="b"/>
              <a:pathLst>
                <a:path w="487" h="452" extrusionOk="0">
                  <a:moveTo>
                    <a:pt x="486" y="217"/>
                  </a:moveTo>
                  <a:cubicBezTo>
                    <a:pt x="339" y="243"/>
                    <a:pt x="274" y="360"/>
                    <a:pt x="248" y="451"/>
                  </a:cubicBezTo>
                  <a:cubicBezTo>
                    <a:pt x="187" y="252"/>
                    <a:pt x="1" y="239"/>
                    <a:pt x="1" y="239"/>
                  </a:cubicBezTo>
                  <a:cubicBezTo>
                    <a:pt x="148" y="208"/>
                    <a:pt x="213" y="96"/>
                    <a:pt x="239" y="0"/>
                  </a:cubicBezTo>
                  <a:cubicBezTo>
                    <a:pt x="300" y="200"/>
                    <a:pt x="486" y="217"/>
                    <a:pt x="486" y="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7302473" y="2059872"/>
              <a:ext cx="32616" cy="32139"/>
            </a:xfrm>
            <a:custGeom>
              <a:avLst/>
              <a:gdLst/>
              <a:ahLst/>
              <a:cxnLst/>
              <a:rect l="l" t="t" r="r" b="b"/>
              <a:pathLst>
                <a:path w="274" h="270" extrusionOk="0">
                  <a:moveTo>
                    <a:pt x="274" y="135"/>
                  </a:moveTo>
                  <a:cubicBezTo>
                    <a:pt x="274" y="209"/>
                    <a:pt x="213" y="269"/>
                    <a:pt x="139" y="269"/>
                  </a:cubicBezTo>
                  <a:cubicBezTo>
                    <a:pt x="61" y="269"/>
                    <a:pt x="0" y="209"/>
                    <a:pt x="0" y="135"/>
                  </a:cubicBezTo>
                  <a:cubicBezTo>
                    <a:pt x="0" y="61"/>
                    <a:pt x="61" y="1"/>
                    <a:pt x="139" y="1"/>
                  </a:cubicBezTo>
                  <a:cubicBezTo>
                    <a:pt x="213" y="1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7210102" y="1925720"/>
              <a:ext cx="32139" cy="32616"/>
            </a:xfrm>
            <a:custGeom>
              <a:avLst/>
              <a:gdLst/>
              <a:ahLst/>
              <a:cxnLst/>
              <a:rect l="l" t="t" r="r" b="b"/>
              <a:pathLst>
                <a:path w="270" h="274" extrusionOk="0">
                  <a:moveTo>
                    <a:pt x="269" y="135"/>
                  </a:moveTo>
                  <a:cubicBezTo>
                    <a:pt x="269" y="213"/>
                    <a:pt x="208" y="273"/>
                    <a:pt x="135" y="273"/>
                  </a:cubicBezTo>
                  <a:cubicBezTo>
                    <a:pt x="61" y="273"/>
                    <a:pt x="0" y="213"/>
                    <a:pt x="0" y="135"/>
                  </a:cubicBezTo>
                  <a:cubicBezTo>
                    <a:pt x="0" y="61"/>
                    <a:pt x="61" y="0"/>
                    <a:pt x="135" y="0"/>
                  </a:cubicBezTo>
                  <a:cubicBezTo>
                    <a:pt x="208" y="0"/>
                    <a:pt x="269" y="61"/>
                    <a:pt x="269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6590288" y="4041201"/>
              <a:ext cx="522326" cy="162126"/>
            </a:xfrm>
            <a:custGeom>
              <a:avLst/>
              <a:gdLst/>
              <a:ahLst/>
              <a:cxnLst/>
              <a:rect l="l" t="t" r="r" b="b"/>
              <a:pathLst>
                <a:path w="4388" h="1362" extrusionOk="0">
                  <a:moveTo>
                    <a:pt x="4388" y="1067"/>
                  </a:moveTo>
                  <a:cubicBezTo>
                    <a:pt x="4388" y="1227"/>
                    <a:pt x="4258" y="1362"/>
                    <a:pt x="4093" y="1362"/>
                  </a:cubicBezTo>
                  <a:lnTo>
                    <a:pt x="295" y="1362"/>
                  </a:lnTo>
                  <a:cubicBezTo>
                    <a:pt x="135" y="1362"/>
                    <a:pt x="0" y="1227"/>
                    <a:pt x="0" y="1067"/>
                  </a:cubicBezTo>
                  <a:lnTo>
                    <a:pt x="0" y="291"/>
                  </a:lnTo>
                  <a:cubicBezTo>
                    <a:pt x="0" y="130"/>
                    <a:pt x="135" y="0"/>
                    <a:pt x="295" y="0"/>
                  </a:cubicBezTo>
                  <a:lnTo>
                    <a:pt x="4093" y="0"/>
                  </a:lnTo>
                  <a:cubicBezTo>
                    <a:pt x="4258" y="0"/>
                    <a:pt x="4388" y="130"/>
                    <a:pt x="4388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6709442" y="4087624"/>
              <a:ext cx="71421" cy="72373"/>
            </a:xfrm>
            <a:custGeom>
              <a:avLst/>
              <a:gdLst/>
              <a:ahLst/>
              <a:cxnLst/>
              <a:rect l="l" t="t" r="r" b="b"/>
              <a:pathLst>
                <a:path w="600" h="608" extrusionOk="0">
                  <a:moveTo>
                    <a:pt x="599" y="1"/>
                  </a:moveTo>
                  <a:lnTo>
                    <a:pt x="599" y="608"/>
                  </a:lnTo>
                  <a:lnTo>
                    <a:pt x="430" y="608"/>
                  </a:lnTo>
                  <a:lnTo>
                    <a:pt x="200" y="334"/>
                  </a:lnTo>
                  <a:lnTo>
                    <a:pt x="200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170" y="1"/>
                  </a:lnTo>
                  <a:lnTo>
                    <a:pt x="400" y="278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6792528" y="4087624"/>
              <a:ext cx="59994" cy="72373"/>
            </a:xfrm>
            <a:custGeom>
              <a:avLst/>
              <a:gdLst/>
              <a:ahLst/>
              <a:cxnLst/>
              <a:rect l="l" t="t" r="r" b="b"/>
              <a:pathLst>
                <a:path w="504" h="608" extrusionOk="0">
                  <a:moveTo>
                    <a:pt x="504" y="456"/>
                  </a:moveTo>
                  <a:lnTo>
                    <a:pt x="504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495" y="1"/>
                  </a:lnTo>
                  <a:lnTo>
                    <a:pt x="495" y="157"/>
                  </a:lnTo>
                  <a:lnTo>
                    <a:pt x="200" y="157"/>
                  </a:lnTo>
                  <a:lnTo>
                    <a:pt x="200" y="226"/>
                  </a:lnTo>
                  <a:lnTo>
                    <a:pt x="460" y="226"/>
                  </a:lnTo>
                  <a:lnTo>
                    <a:pt x="460" y="373"/>
                  </a:lnTo>
                  <a:lnTo>
                    <a:pt x="200" y="373"/>
                  </a:lnTo>
                  <a:lnTo>
                    <a:pt x="200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6855021" y="4087624"/>
              <a:ext cx="80111" cy="72373"/>
            </a:xfrm>
            <a:custGeom>
              <a:avLst/>
              <a:gdLst/>
              <a:ahLst/>
              <a:cxnLst/>
              <a:rect l="l" t="t" r="r" b="b"/>
              <a:pathLst>
                <a:path w="673" h="608" extrusionOk="0">
                  <a:moveTo>
                    <a:pt x="438" y="608"/>
                  </a:moveTo>
                  <a:lnTo>
                    <a:pt x="334" y="447"/>
                  </a:lnTo>
                  <a:lnTo>
                    <a:pt x="230" y="608"/>
                  </a:lnTo>
                  <a:lnTo>
                    <a:pt x="0" y="608"/>
                  </a:lnTo>
                  <a:lnTo>
                    <a:pt x="217" y="304"/>
                  </a:lnTo>
                  <a:lnTo>
                    <a:pt x="5" y="1"/>
                  </a:lnTo>
                  <a:lnTo>
                    <a:pt x="235" y="1"/>
                  </a:lnTo>
                  <a:lnTo>
                    <a:pt x="339" y="157"/>
                  </a:lnTo>
                  <a:lnTo>
                    <a:pt x="438" y="1"/>
                  </a:lnTo>
                  <a:lnTo>
                    <a:pt x="659" y="1"/>
                  </a:lnTo>
                  <a:lnTo>
                    <a:pt x="451" y="295"/>
                  </a:lnTo>
                  <a:lnTo>
                    <a:pt x="672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6931442" y="4087624"/>
              <a:ext cx="67136" cy="72373"/>
            </a:xfrm>
            <a:custGeom>
              <a:avLst/>
              <a:gdLst/>
              <a:ahLst/>
              <a:cxnLst/>
              <a:rect l="l" t="t" r="r" b="b"/>
              <a:pathLst>
                <a:path w="564" h="608" extrusionOk="0">
                  <a:moveTo>
                    <a:pt x="178" y="161"/>
                  </a:moveTo>
                  <a:lnTo>
                    <a:pt x="0" y="161"/>
                  </a:lnTo>
                  <a:lnTo>
                    <a:pt x="0" y="1"/>
                  </a:lnTo>
                  <a:lnTo>
                    <a:pt x="564" y="1"/>
                  </a:lnTo>
                  <a:lnTo>
                    <a:pt x="564" y="161"/>
                  </a:lnTo>
                  <a:lnTo>
                    <a:pt x="386" y="161"/>
                  </a:lnTo>
                  <a:lnTo>
                    <a:pt x="386" y="608"/>
                  </a:lnTo>
                  <a:lnTo>
                    <a:pt x="178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6244968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7913"/>
                    <a:pt x="7913" y="10194"/>
                    <a:pt x="5095" y="10194"/>
                  </a:cubicBezTo>
                  <a:cubicBezTo>
                    <a:pt x="2281" y="10194"/>
                    <a:pt x="1" y="7913"/>
                    <a:pt x="1" y="5099"/>
                  </a:cubicBezTo>
                  <a:cubicBezTo>
                    <a:pt x="1" y="2281"/>
                    <a:pt x="2281" y="0"/>
                    <a:pt x="5095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7197723" y="1471008"/>
              <a:ext cx="100227" cy="79634"/>
            </a:xfrm>
            <a:custGeom>
              <a:avLst/>
              <a:gdLst/>
              <a:ahLst/>
              <a:cxnLst/>
              <a:rect l="l" t="t" r="r" b="b"/>
              <a:pathLst>
                <a:path w="842" h="669" extrusionOk="0">
                  <a:moveTo>
                    <a:pt x="421" y="1"/>
                  </a:moveTo>
                  <a:cubicBezTo>
                    <a:pt x="256" y="1"/>
                    <a:pt x="109" y="70"/>
                    <a:pt x="0" y="178"/>
                  </a:cubicBezTo>
                  <a:lnTo>
                    <a:pt x="61" y="239"/>
                  </a:lnTo>
                  <a:cubicBezTo>
                    <a:pt x="156" y="148"/>
                    <a:pt x="282" y="92"/>
                    <a:pt x="421" y="92"/>
                  </a:cubicBezTo>
                  <a:cubicBezTo>
                    <a:pt x="560" y="92"/>
                    <a:pt x="685" y="148"/>
                    <a:pt x="776" y="239"/>
                  </a:cubicBezTo>
                  <a:lnTo>
                    <a:pt x="841" y="178"/>
                  </a:lnTo>
                  <a:cubicBezTo>
                    <a:pt x="733" y="70"/>
                    <a:pt x="586" y="1"/>
                    <a:pt x="421" y="1"/>
                  </a:cubicBezTo>
                  <a:close/>
                  <a:moveTo>
                    <a:pt x="122" y="300"/>
                  </a:moveTo>
                  <a:lnTo>
                    <a:pt x="187" y="360"/>
                  </a:lnTo>
                  <a:cubicBezTo>
                    <a:pt x="243" y="300"/>
                    <a:pt x="330" y="265"/>
                    <a:pt x="421" y="265"/>
                  </a:cubicBezTo>
                  <a:cubicBezTo>
                    <a:pt x="512" y="265"/>
                    <a:pt x="594" y="300"/>
                    <a:pt x="655" y="360"/>
                  </a:cubicBezTo>
                  <a:lnTo>
                    <a:pt x="716" y="300"/>
                  </a:lnTo>
                  <a:cubicBezTo>
                    <a:pt x="642" y="222"/>
                    <a:pt x="538" y="174"/>
                    <a:pt x="421" y="174"/>
                  </a:cubicBezTo>
                  <a:cubicBezTo>
                    <a:pt x="304" y="174"/>
                    <a:pt x="200" y="222"/>
                    <a:pt x="122" y="300"/>
                  </a:cubicBezTo>
                  <a:close/>
                  <a:moveTo>
                    <a:pt x="260" y="434"/>
                  </a:moveTo>
                  <a:lnTo>
                    <a:pt x="321" y="495"/>
                  </a:lnTo>
                  <a:cubicBezTo>
                    <a:pt x="347" y="473"/>
                    <a:pt x="382" y="456"/>
                    <a:pt x="421" y="456"/>
                  </a:cubicBezTo>
                  <a:cubicBezTo>
                    <a:pt x="460" y="456"/>
                    <a:pt x="495" y="473"/>
                    <a:pt x="521" y="495"/>
                  </a:cubicBezTo>
                  <a:lnTo>
                    <a:pt x="581" y="434"/>
                  </a:lnTo>
                  <a:cubicBezTo>
                    <a:pt x="538" y="395"/>
                    <a:pt x="482" y="369"/>
                    <a:pt x="421" y="369"/>
                  </a:cubicBezTo>
                  <a:cubicBezTo>
                    <a:pt x="356" y="369"/>
                    <a:pt x="299" y="395"/>
                    <a:pt x="260" y="434"/>
                  </a:cubicBezTo>
                  <a:close/>
                  <a:moveTo>
                    <a:pt x="421" y="525"/>
                  </a:moveTo>
                  <a:cubicBezTo>
                    <a:pt x="382" y="525"/>
                    <a:pt x="351" y="555"/>
                    <a:pt x="351" y="595"/>
                  </a:cubicBezTo>
                  <a:cubicBezTo>
                    <a:pt x="351" y="634"/>
                    <a:pt x="382" y="668"/>
                    <a:pt x="421" y="668"/>
                  </a:cubicBezTo>
                  <a:cubicBezTo>
                    <a:pt x="460" y="668"/>
                    <a:pt x="490" y="634"/>
                    <a:pt x="490" y="595"/>
                  </a:cubicBezTo>
                  <a:cubicBezTo>
                    <a:pt x="490" y="555"/>
                    <a:pt x="460" y="525"/>
                    <a:pt x="421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7085235" y="1482912"/>
              <a:ext cx="88800" cy="64636"/>
            </a:xfrm>
            <a:custGeom>
              <a:avLst/>
              <a:gdLst/>
              <a:ahLst/>
              <a:cxnLst/>
              <a:rect l="l" t="t" r="r" b="b"/>
              <a:pathLst>
                <a:path w="746" h="543" extrusionOk="0">
                  <a:moveTo>
                    <a:pt x="0" y="542"/>
                  </a:moveTo>
                  <a:lnTo>
                    <a:pt x="91" y="542"/>
                  </a:lnTo>
                  <a:lnTo>
                    <a:pt x="91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2" y="542"/>
                  </a:lnTo>
                  <a:lnTo>
                    <a:pt x="252" y="299"/>
                  </a:lnTo>
                  <a:lnTo>
                    <a:pt x="165" y="299"/>
                  </a:lnTo>
                  <a:close/>
                  <a:moveTo>
                    <a:pt x="330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30" y="200"/>
                  </a:lnTo>
                  <a:close/>
                  <a:moveTo>
                    <a:pt x="494" y="542"/>
                  </a:moveTo>
                  <a:lnTo>
                    <a:pt x="581" y="542"/>
                  </a:lnTo>
                  <a:lnTo>
                    <a:pt x="581" y="100"/>
                  </a:lnTo>
                  <a:lnTo>
                    <a:pt x="494" y="100"/>
                  </a:lnTo>
                  <a:close/>
                  <a:moveTo>
                    <a:pt x="659" y="542"/>
                  </a:moveTo>
                  <a:lnTo>
                    <a:pt x="746" y="542"/>
                  </a:lnTo>
                  <a:lnTo>
                    <a:pt x="746" y="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7324138" y="1485412"/>
              <a:ext cx="132248" cy="63684"/>
            </a:xfrm>
            <a:custGeom>
              <a:avLst/>
              <a:gdLst/>
              <a:ahLst/>
              <a:cxnLst/>
              <a:rect l="l" t="t" r="r" b="b"/>
              <a:pathLst>
                <a:path w="1111" h="535" extrusionOk="0">
                  <a:moveTo>
                    <a:pt x="1037" y="417"/>
                  </a:moveTo>
                  <a:cubicBezTo>
                    <a:pt x="1037" y="469"/>
                    <a:pt x="993" y="508"/>
                    <a:pt x="941" y="508"/>
                  </a:cubicBezTo>
                  <a:lnTo>
                    <a:pt x="118" y="508"/>
                  </a:lnTo>
                  <a:cubicBezTo>
                    <a:pt x="66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6" y="23"/>
                    <a:pt x="118" y="23"/>
                  </a:cubicBezTo>
                  <a:lnTo>
                    <a:pt x="941" y="23"/>
                  </a:lnTo>
                  <a:cubicBezTo>
                    <a:pt x="993" y="23"/>
                    <a:pt x="1037" y="66"/>
                    <a:pt x="1037" y="118"/>
                  </a:cubicBezTo>
                  <a:close/>
                  <a:moveTo>
                    <a:pt x="1058" y="196"/>
                  </a:moveTo>
                  <a:lnTo>
                    <a:pt x="1058" y="118"/>
                  </a:lnTo>
                  <a:cubicBezTo>
                    <a:pt x="1058" y="53"/>
                    <a:pt x="1006" y="1"/>
                    <a:pt x="941" y="1"/>
                  </a:cubicBezTo>
                  <a:lnTo>
                    <a:pt x="118" y="1"/>
                  </a:lnTo>
                  <a:cubicBezTo>
                    <a:pt x="53" y="1"/>
                    <a:pt x="1" y="53"/>
                    <a:pt x="1" y="118"/>
                  </a:cubicBezTo>
                  <a:lnTo>
                    <a:pt x="1" y="417"/>
                  </a:lnTo>
                  <a:cubicBezTo>
                    <a:pt x="1" y="478"/>
                    <a:pt x="53" y="534"/>
                    <a:pt x="118" y="534"/>
                  </a:cubicBezTo>
                  <a:lnTo>
                    <a:pt x="941" y="534"/>
                  </a:lnTo>
                  <a:cubicBezTo>
                    <a:pt x="1006" y="534"/>
                    <a:pt x="1058" y="478"/>
                    <a:pt x="1058" y="417"/>
                  </a:cubicBezTo>
                  <a:lnTo>
                    <a:pt x="1058" y="335"/>
                  </a:lnTo>
                  <a:lnTo>
                    <a:pt x="1110" y="335"/>
                  </a:lnTo>
                  <a:lnTo>
                    <a:pt x="1110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6244492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47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47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78" y="0"/>
                    <a:pt x="187" y="0"/>
                  </a:cubicBezTo>
                  <a:cubicBezTo>
                    <a:pt x="295" y="0"/>
                    <a:pt x="377" y="83"/>
                    <a:pt x="377" y="230"/>
                  </a:cubicBezTo>
                  <a:cubicBezTo>
                    <a:pt x="377" y="377"/>
                    <a:pt x="295" y="464"/>
                    <a:pt x="187" y="464"/>
                  </a:cubicBezTo>
                  <a:cubicBezTo>
                    <a:pt x="78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6301747" y="1482912"/>
              <a:ext cx="43924" cy="55351"/>
            </a:xfrm>
            <a:custGeom>
              <a:avLst/>
              <a:gdLst/>
              <a:ahLst/>
              <a:cxnLst/>
              <a:rect l="l" t="t" r="r" b="b"/>
              <a:pathLst>
                <a:path w="369" h="465" extrusionOk="0">
                  <a:moveTo>
                    <a:pt x="96" y="126"/>
                  </a:moveTo>
                  <a:cubicBezTo>
                    <a:pt x="96" y="165"/>
                    <a:pt x="131" y="191"/>
                    <a:pt x="183" y="191"/>
                  </a:cubicBezTo>
                  <a:cubicBezTo>
                    <a:pt x="235" y="191"/>
                    <a:pt x="269" y="165"/>
                    <a:pt x="269" y="126"/>
                  </a:cubicBezTo>
                  <a:cubicBezTo>
                    <a:pt x="269" y="87"/>
                    <a:pt x="235" y="65"/>
                    <a:pt x="183" y="65"/>
                  </a:cubicBezTo>
                  <a:cubicBezTo>
                    <a:pt x="131" y="65"/>
                    <a:pt x="96" y="87"/>
                    <a:pt x="96" y="126"/>
                  </a:cubicBezTo>
                  <a:close/>
                  <a:moveTo>
                    <a:pt x="282" y="325"/>
                  </a:moveTo>
                  <a:cubicBezTo>
                    <a:pt x="282" y="282"/>
                    <a:pt x="243" y="252"/>
                    <a:pt x="183" y="252"/>
                  </a:cubicBezTo>
                  <a:cubicBezTo>
                    <a:pt x="122" y="252"/>
                    <a:pt x="83" y="282"/>
                    <a:pt x="83" y="325"/>
                  </a:cubicBezTo>
                  <a:cubicBezTo>
                    <a:pt x="83" y="369"/>
                    <a:pt x="122" y="399"/>
                    <a:pt x="183" y="399"/>
                  </a:cubicBezTo>
                  <a:cubicBezTo>
                    <a:pt x="243" y="399"/>
                    <a:pt x="282" y="369"/>
                    <a:pt x="282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3" y="464"/>
                  </a:cubicBezTo>
                  <a:cubicBezTo>
                    <a:pt x="70" y="464"/>
                    <a:pt x="0" y="412"/>
                    <a:pt x="0" y="325"/>
                  </a:cubicBezTo>
                  <a:cubicBezTo>
                    <a:pt x="0" y="278"/>
                    <a:pt x="22" y="239"/>
                    <a:pt x="70" y="221"/>
                  </a:cubicBezTo>
                  <a:cubicBezTo>
                    <a:pt x="35" y="200"/>
                    <a:pt x="13" y="165"/>
                    <a:pt x="13" y="126"/>
                  </a:cubicBezTo>
                  <a:cubicBezTo>
                    <a:pt x="13" y="48"/>
                    <a:pt x="83" y="0"/>
                    <a:pt x="183" y="0"/>
                  </a:cubicBezTo>
                  <a:cubicBezTo>
                    <a:pt x="282" y="0"/>
                    <a:pt x="352" y="48"/>
                    <a:pt x="352" y="126"/>
                  </a:cubicBezTo>
                  <a:cubicBezTo>
                    <a:pt x="352" y="165"/>
                    <a:pt x="330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6357456" y="1495768"/>
              <a:ext cx="12499" cy="41900"/>
            </a:xfrm>
            <a:custGeom>
              <a:avLst/>
              <a:gdLst/>
              <a:ahLst/>
              <a:cxnLst/>
              <a:rect l="l" t="t" r="r" b="b"/>
              <a:pathLst>
                <a:path w="105" h="352" extrusionOk="0">
                  <a:moveTo>
                    <a:pt x="1" y="300"/>
                  </a:moveTo>
                  <a:cubicBezTo>
                    <a:pt x="1" y="269"/>
                    <a:pt x="22" y="248"/>
                    <a:pt x="53" y="248"/>
                  </a:cubicBezTo>
                  <a:cubicBezTo>
                    <a:pt x="83" y="248"/>
                    <a:pt x="105" y="269"/>
                    <a:pt x="105" y="300"/>
                  </a:cubicBezTo>
                  <a:cubicBezTo>
                    <a:pt x="105" y="330"/>
                    <a:pt x="83" y="352"/>
                    <a:pt x="53" y="352"/>
                  </a:cubicBezTo>
                  <a:cubicBezTo>
                    <a:pt x="22" y="352"/>
                    <a:pt x="1" y="330"/>
                    <a:pt x="1" y="300"/>
                  </a:cubicBezTo>
                  <a:close/>
                  <a:moveTo>
                    <a:pt x="1" y="53"/>
                  </a:moveTo>
                  <a:cubicBezTo>
                    <a:pt x="1" y="22"/>
                    <a:pt x="22" y="1"/>
                    <a:pt x="53" y="1"/>
                  </a:cubicBezTo>
                  <a:cubicBezTo>
                    <a:pt x="83" y="1"/>
                    <a:pt x="105" y="22"/>
                    <a:pt x="105" y="53"/>
                  </a:cubicBezTo>
                  <a:cubicBezTo>
                    <a:pt x="105" y="83"/>
                    <a:pt x="83" y="109"/>
                    <a:pt x="53" y="109"/>
                  </a:cubicBezTo>
                  <a:cubicBezTo>
                    <a:pt x="22" y="109"/>
                    <a:pt x="1" y="83"/>
                    <a:pt x="1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6382215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27" y="70"/>
                    <a:pt x="88" y="122"/>
                    <a:pt x="88" y="230"/>
                  </a:cubicBezTo>
                  <a:cubicBezTo>
                    <a:pt x="88" y="338"/>
                    <a:pt x="127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6440066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48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48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79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79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 txBox="1"/>
            <p:nvPr/>
          </p:nvSpPr>
          <p:spPr>
            <a:xfrm>
              <a:off x="6044150" y="3127448"/>
              <a:ext cx="1681278" cy="726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Bank will send a transaction confirmation notification to Telegram.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8" name="Google Shape;1798;p33"/>
          <p:cNvGrpSpPr/>
          <p:nvPr/>
        </p:nvGrpSpPr>
        <p:grpSpPr>
          <a:xfrm>
            <a:off x="4258404" y="898617"/>
            <a:ext cx="709733" cy="636889"/>
            <a:chOff x="4184880" y="2135697"/>
            <a:chExt cx="857885" cy="1067981"/>
          </a:xfrm>
        </p:grpSpPr>
        <p:sp>
          <p:nvSpPr>
            <p:cNvPr id="1799" name="Google Shape;1799;p33"/>
            <p:cNvSpPr/>
            <p:nvPr/>
          </p:nvSpPr>
          <p:spPr>
            <a:xfrm>
              <a:off x="4184880" y="2468636"/>
              <a:ext cx="534348" cy="735041"/>
            </a:xfrm>
            <a:custGeom>
              <a:avLst/>
              <a:gdLst/>
              <a:ahLst/>
              <a:cxnLst/>
              <a:rect l="l" t="t" r="r" b="b"/>
              <a:pathLst>
                <a:path w="4489" h="6175" extrusionOk="0">
                  <a:moveTo>
                    <a:pt x="4488" y="1999"/>
                  </a:moveTo>
                  <a:lnTo>
                    <a:pt x="4454" y="2424"/>
                  </a:lnTo>
                  <a:cubicBezTo>
                    <a:pt x="4423" y="2697"/>
                    <a:pt x="4128" y="2836"/>
                    <a:pt x="4128" y="2836"/>
                  </a:cubicBezTo>
                  <a:cubicBezTo>
                    <a:pt x="4120" y="2849"/>
                    <a:pt x="4111" y="2862"/>
                    <a:pt x="4102" y="2879"/>
                  </a:cubicBezTo>
                  <a:cubicBezTo>
                    <a:pt x="4011" y="3048"/>
                    <a:pt x="3877" y="3443"/>
                    <a:pt x="3795" y="3690"/>
                  </a:cubicBezTo>
                  <a:cubicBezTo>
                    <a:pt x="3756" y="3820"/>
                    <a:pt x="3729" y="3911"/>
                    <a:pt x="3729" y="3911"/>
                  </a:cubicBezTo>
                  <a:cubicBezTo>
                    <a:pt x="3695" y="4046"/>
                    <a:pt x="3656" y="4163"/>
                    <a:pt x="3617" y="4267"/>
                  </a:cubicBezTo>
                  <a:cubicBezTo>
                    <a:pt x="3573" y="4371"/>
                    <a:pt x="3530" y="4462"/>
                    <a:pt x="3491" y="4540"/>
                  </a:cubicBezTo>
                  <a:cubicBezTo>
                    <a:pt x="3374" y="4757"/>
                    <a:pt x="3270" y="4861"/>
                    <a:pt x="3270" y="4861"/>
                  </a:cubicBezTo>
                  <a:lnTo>
                    <a:pt x="2251" y="6174"/>
                  </a:lnTo>
                  <a:cubicBezTo>
                    <a:pt x="1523" y="6049"/>
                    <a:pt x="851" y="5767"/>
                    <a:pt x="265" y="5364"/>
                  </a:cubicBezTo>
                  <a:cubicBezTo>
                    <a:pt x="603" y="4930"/>
                    <a:pt x="681" y="4648"/>
                    <a:pt x="699" y="4514"/>
                  </a:cubicBezTo>
                  <a:cubicBezTo>
                    <a:pt x="707" y="4453"/>
                    <a:pt x="703" y="4423"/>
                    <a:pt x="703" y="4423"/>
                  </a:cubicBezTo>
                  <a:lnTo>
                    <a:pt x="686" y="4384"/>
                  </a:lnTo>
                  <a:lnTo>
                    <a:pt x="356" y="3517"/>
                  </a:lnTo>
                  <a:cubicBezTo>
                    <a:pt x="105" y="2931"/>
                    <a:pt x="148" y="2628"/>
                    <a:pt x="148" y="2628"/>
                  </a:cubicBezTo>
                  <a:cubicBezTo>
                    <a:pt x="200" y="2251"/>
                    <a:pt x="161" y="1912"/>
                    <a:pt x="161" y="1912"/>
                  </a:cubicBezTo>
                  <a:cubicBezTo>
                    <a:pt x="1" y="1366"/>
                    <a:pt x="218" y="1084"/>
                    <a:pt x="218" y="1084"/>
                  </a:cubicBezTo>
                  <a:cubicBezTo>
                    <a:pt x="439" y="859"/>
                    <a:pt x="473" y="382"/>
                    <a:pt x="473" y="382"/>
                  </a:cubicBezTo>
                  <a:cubicBezTo>
                    <a:pt x="543" y="0"/>
                    <a:pt x="812" y="200"/>
                    <a:pt x="812" y="200"/>
                  </a:cubicBezTo>
                  <a:cubicBezTo>
                    <a:pt x="838" y="230"/>
                    <a:pt x="864" y="265"/>
                    <a:pt x="885" y="300"/>
                  </a:cubicBezTo>
                  <a:cubicBezTo>
                    <a:pt x="1124" y="725"/>
                    <a:pt x="885" y="1453"/>
                    <a:pt x="885" y="1453"/>
                  </a:cubicBezTo>
                  <a:lnTo>
                    <a:pt x="885" y="1908"/>
                  </a:lnTo>
                  <a:cubicBezTo>
                    <a:pt x="885" y="2103"/>
                    <a:pt x="1041" y="2259"/>
                    <a:pt x="1232" y="2259"/>
                  </a:cubicBezTo>
                  <a:lnTo>
                    <a:pt x="3227" y="2259"/>
                  </a:lnTo>
                  <a:cubicBezTo>
                    <a:pt x="3296" y="2259"/>
                    <a:pt x="3357" y="2238"/>
                    <a:pt x="3409" y="2207"/>
                  </a:cubicBezTo>
                  <a:cubicBezTo>
                    <a:pt x="3491" y="2155"/>
                    <a:pt x="3552" y="2077"/>
                    <a:pt x="3569" y="1982"/>
                  </a:cubicBezTo>
                  <a:cubicBezTo>
                    <a:pt x="3573" y="1960"/>
                    <a:pt x="3578" y="1934"/>
                    <a:pt x="3578" y="1908"/>
                  </a:cubicBezTo>
                  <a:lnTo>
                    <a:pt x="3578" y="1691"/>
                  </a:lnTo>
                  <a:cubicBezTo>
                    <a:pt x="3838" y="1774"/>
                    <a:pt x="4150" y="1873"/>
                    <a:pt x="4150" y="1873"/>
                  </a:cubicBezTo>
                  <a:cubicBezTo>
                    <a:pt x="4206" y="1860"/>
                    <a:pt x="4258" y="1860"/>
                    <a:pt x="4302" y="1873"/>
                  </a:cubicBezTo>
                  <a:cubicBezTo>
                    <a:pt x="4423" y="1899"/>
                    <a:pt x="4488" y="1999"/>
                    <a:pt x="4488" y="1999"/>
                  </a:cubicBezTo>
                  <a:close/>
                </a:path>
              </a:pathLst>
            </a:custGeom>
            <a:solidFill>
              <a:srgbClr val="E6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609715" y="2669924"/>
              <a:ext cx="87253" cy="93562"/>
            </a:xfrm>
            <a:custGeom>
              <a:avLst/>
              <a:gdLst/>
              <a:ahLst/>
              <a:cxnLst/>
              <a:rect l="l" t="t" r="r" b="b"/>
              <a:pathLst>
                <a:path w="733" h="786" extrusionOk="0">
                  <a:moveTo>
                    <a:pt x="733" y="178"/>
                  </a:moveTo>
                  <a:cubicBezTo>
                    <a:pt x="676" y="295"/>
                    <a:pt x="590" y="508"/>
                    <a:pt x="590" y="508"/>
                  </a:cubicBezTo>
                  <a:cubicBezTo>
                    <a:pt x="490" y="785"/>
                    <a:pt x="256" y="716"/>
                    <a:pt x="256" y="716"/>
                  </a:cubicBezTo>
                  <a:cubicBezTo>
                    <a:pt x="13" y="629"/>
                    <a:pt x="43" y="395"/>
                    <a:pt x="43" y="395"/>
                  </a:cubicBezTo>
                  <a:lnTo>
                    <a:pt x="0" y="291"/>
                  </a:lnTo>
                  <a:cubicBezTo>
                    <a:pt x="4" y="265"/>
                    <a:pt x="9" y="243"/>
                    <a:pt x="9" y="217"/>
                  </a:cubicBezTo>
                  <a:lnTo>
                    <a:pt x="9" y="0"/>
                  </a:lnTo>
                  <a:cubicBezTo>
                    <a:pt x="269" y="83"/>
                    <a:pt x="581" y="182"/>
                    <a:pt x="581" y="182"/>
                  </a:cubicBezTo>
                  <a:cubicBezTo>
                    <a:pt x="637" y="169"/>
                    <a:pt x="689" y="169"/>
                    <a:pt x="733" y="178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622095" y="2750391"/>
              <a:ext cx="21188" cy="75468"/>
            </a:xfrm>
            <a:custGeom>
              <a:avLst/>
              <a:gdLst/>
              <a:ahLst/>
              <a:cxnLst/>
              <a:rect l="l" t="t" r="r" b="b"/>
              <a:pathLst>
                <a:path w="178" h="634" extrusionOk="0">
                  <a:moveTo>
                    <a:pt x="65" y="313"/>
                  </a:moveTo>
                  <a:cubicBezTo>
                    <a:pt x="52" y="400"/>
                    <a:pt x="61" y="478"/>
                    <a:pt x="74" y="538"/>
                  </a:cubicBezTo>
                  <a:cubicBezTo>
                    <a:pt x="87" y="595"/>
                    <a:pt x="100" y="629"/>
                    <a:pt x="91" y="634"/>
                  </a:cubicBezTo>
                  <a:cubicBezTo>
                    <a:pt x="87" y="634"/>
                    <a:pt x="65" y="603"/>
                    <a:pt x="39" y="547"/>
                  </a:cubicBezTo>
                  <a:cubicBezTo>
                    <a:pt x="17" y="491"/>
                    <a:pt x="0" y="400"/>
                    <a:pt x="17" y="304"/>
                  </a:cubicBezTo>
                  <a:cubicBezTo>
                    <a:pt x="30" y="209"/>
                    <a:pt x="70" y="131"/>
                    <a:pt x="100" y="79"/>
                  </a:cubicBezTo>
                  <a:cubicBezTo>
                    <a:pt x="135" y="27"/>
                    <a:pt x="161" y="1"/>
                    <a:pt x="165" y="5"/>
                  </a:cubicBezTo>
                  <a:cubicBezTo>
                    <a:pt x="178" y="14"/>
                    <a:pt x="96" y="139"/>
                    <a:pt x="65" y="313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593169" y="2359244"/>
              <a:ext cx="103322" cy="137843"/>
            </a:xfrm>
            <a:custGeom>
              <a:avLst/>
              <a:gdLst/>
              <a:ahLst/>
              <a:cxnLst/>
              <a:rect l="l" t="t" r="r" b="b"/>
              <a:pathLst>
                <a:path w="868" h="1158" extrusionOk="0">
                  <a:moveTo>
                    <a:pt x="0" y="395"/>
                  </a:moveTo>
                  <a:cubicBezTo>
                    <a:pt x="0" y="395"/>
                    <a:pt x="430" y="0"/>
                    <a:pt x="629" y="321"/>
                  </a:cubicBezTo>
                  <a:cubicBezTo>
                    <a:pt x="629" y="321"/>
                    <a:pt x="867" y="720"/>
                    <a:pt x="0" y="1158"/>
                  </a:cubicBezTo>
                  <a:close/>
                </a:path>
              </a:pathLst>
            </a:custGeom>
            <a:solidFill>
              <a:srgbClr val="E6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4597336" y="2578029"/>
              <a:ext cx="112607" cy="175100"/>
            </a:xfrm>
            <a:custGeom>
              <a:avLst/>
              <a:gdLst/>
              <a:ahLst/>
              <a:cxnLst/>
              <a:rect l="l" t="t" r="r" b="b"/>
              <a:pathLst>
                <a:path w="946" h="1471" extrusionOk="0">
                  <a:moveTo>
                    <a:pt x="819" y="803"/>
                  </a:moveTo>
                  <a:cubicBezTo>
                    <a:pt x="776" y="885"/>
                    <a:pt x="650" y="1189"/>
                    <a:pt x="650" y="1189"/>
                  </a:cubicBezTo>
                  <a:cubicBezTo>
                    <a:pt x="546" y="1470"/>
                    <a:pt x="312" y="1397"/>
                    <a:pt x="312" y="1397"/>
                  </a:cubicBezTo>
                  <a:cubicBezTo>
                    <a:pt x="69" y="1310"/>
                    <a:pt x="100" y="1076"/>
                    <a:pt x="100" y="1076"/>
                  </a:cubicBezTo>
                  <a:lnTo>
                    <a:pt x="26" y="894"/>
                  </a:lnTo>
                  <a:lnTo>
                    <a:pt x="0" y="61"/>
                  </a:lnTo>
                  <a:cubicBezTo>
                    <a:pt x="48" y="44"/>
                    <a:pt x="91" y="31"/>
                    <a:pt x="134" y="27"/>
                  </a:cubicBezTo>
                  <a:cubicBezTo>
                    <a:pt x="343" y="1"/>
                    <a:pt x="520" y="92"/>
                    <a:pt x="624" y="165"/>
                  </a:cubicBezTo>
                  <a:cubicBezTo>
                    <a:pt x="685" y="209"/>
                    <a:pt x="724" y="248"/>
                    <a:pt x="724" y="248"/>
                  </a:cubicBezTo>
                  <a:cubicBezTo>
                    <a:pt x="945" y="413"/>
                    <a:pt x="819" y="803"/>
                    <a:pt x="819" y="803"/>
                  </a:cubicBezTo>
                  <a:close/>
                </a:path>
              </a:pathLst>
            </a:custGeom>
            <a:solidFill>
              <a:srgbClr val="E6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4613286" y="2578029"/>
              <a:ext cx="58446" cy="27973"/>
            </a:xfrm>
            <a:custGeom>
              <a:avLst/>
              <a:gdLst/>
              <a:ahLst/>
              <a:cxnLst/>
              <a:rect l="l" t="t" r="r" b="b"/>
              <a:pathLst>
                <a:path w="491" h="235" extrusionOk="0">
                  <a:moveTo>
                    <a:pt x="490" y="165"/>
                  </a:moveTo>
                  <a:cubicBezTo>
                    <a:pt x="438" y="204"/>
                    <a:pt x="382" y="204"/>
                    <a:pt x="382" y="204"/>
                  </a:cubicBezTo>
                  <a:cubicBezTo>
                    <a:pt x="174" y="235"/>
                    <a:pt x="61" y="122"/>
                    <a:pt x="0" y="27"/>
                  </a:cubicBezTo>
                  <a:cubicBezTo>
                    <a:pt x="209" y="1"/>
                    <a:pt x="386" y="92"/>
                    <a:pt x="490" y="165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4620547" y="2653854"/>
              <a:ext cx="53209" cy="70350"/>
            </a:xfrm>
            <a:custGeom>
              <a:avLst/>
              <a:gdLst/>
              <a:ahLst/>
              <a:cxnLst/>
              <a:rect l="l" t="t" r="r" b="b"/>
              <a:pathLst>
                <a:path w="447" h="591" extrusionOk="0">
                  <a:moveTo>
                    <a:pt x="0" y="317"/>
                  </a:moveTo>
                  <a:cubicBezTo>
                    <a:pt x="0" y="317"/>
                    <a:pt x="122" y="591"/>
                    <a:pt x="286" y="573"/>
                  </a:cubicBezTo>
                  <a:lnTo>
                    <a:pt x="421" y="291"/>
                  </a:lnTo>
                  <a:cubicBezTo>
                    <a:pt x="421" y="291"/>
                    <a:pt x="447" y="1"/>
                    <a:pt x="152" y="75"/>
                  </a:cubicBezTo>
                  <a:cubicBezTo>
                    <a:pt x="152" y="75"/>
                    <a:pt x="65" y="114"/>
                    <a:pt x="0" y="317"/>
                  </a:cubicBezTo>
                  <a:close/>
                </a:path>
              </a:pathLst>
            </a:custGeom>
            <a:solidFill>
              <a:srgbClr val="FFB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4600430" y="2465541"/>
              <a:ext cx="81063" cy="133319"/>
            </a:xfrm>
            <a:custGeom>
              <a:avLst/>
              <a:gdLst/>
              <a:ahLst/>
              <a:cxnLst/>
              <a:rect l="l" t="t" r="r" b="b"/>
              <a:pathLst>
                <a:path w="681" h="1120" extrusionOk="0">
                  <a:moveTo>
                    <a:pt x="0" y="777"/>
                  </a:moveTo>
                  <a:cubicBezTo>
                    <a:pt x="0" y="777"/>
                    <a:pt x="91" y="1119"/>
                    <a:pt x="429" y="1071"/>
                  </a:cubicBezTo>
                  <a:cubicBezTo>
                    <a:pt x="429" y="1071"/>
                    <a:pt x="668" y="1071"/>
                    <a:pt x="637" y="690"/>
                  </a:cubicBezTo>
                  <a:cubicBezTo>
                    <a:pt x="637" y="690"/>
                    <a:pt x="681" y="0"/>
                    <a:pt x="0" y="235"/>
                  </a:cubicBezTo>
                  <a:close/>
                </a:path>
              </a:pathLst>
            </a:custGeom>
            <a:solidFill>
              <a:srgbClr val="E6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4631380" y="2508870"/>
              <a:ext cx="46067" cy="55827"/>
            </a:xfrm>
            <a:custGeom>
              <a:avLst/>
              <a:gdLst/>
              <a:ahLst/>
              <a:cxnLst/>
              <a:rect l="l" t="t" r="r" b="b"/>
              <a:pathLst>
                <a:path w="387" h="469" extrusionOk="0">
                  <a:moveTo>
                    <a:pt x="286" y="456"/>
                  </a:moveTo>
                  <a:cubicBezTo>
                    <a:pt x="282" y="469"/>
                    <a:pt x="213" y="226"/>
                    <a:pt x="9" y="230"/>
                  </a:cubicBezTo>
                  <a:cubicBezTo>
                    <a:pt x="9" y="230"/>
                    <a:pt x="0" y="1"/>
                    <a:pt x="204" y="53"/>
                  </a:cubicBezTo>
                  <a:cubicBezTo>
                    <a:pt x="204" y="53"/>
                    <a:pt x="386" y="70"/>
                    <a:pt x="286" y="456"/>
                  </a:cubicBezTo>
                  <a:close/>
                </a:path>
              </a:pathLst>
            </a:custGeom>
            <a:solidFill>
              <a:srgbClr val="FFB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4322722" y="2718371"/>
              <a:ext cx="78563" cy="110584"/>
            </a:xfrm>
            <a:custGeom>
              <a:avLst/>
              <a:gdLst/>
              <a:ahLst/>
              <a:cxnLst/>
              <a:rect l="l" t="t" r="r" b="b"/>
              <a:pathLst>
                <a:path w="660" h="929" extrusionOk="0">
                  <a:moveTo>
                    <a:pt x="503" y="339"/>
                  </a:moveTo>
                  <a:cubicBezTo>
                    <a:pt x="590" y="487"/>
                    <a:pt x="629" y="638"/>
                    <a:pt x="646" y="747"/>
                  </a:cubicBezTo>
                  <a:cubicBezTo>
                    <a:pt x="659" y="859"/>
                    <a:pt x="651" y="924"/>
                    <a:pt x="642" y="929"/>
                  </a:cubicBezTo>
                  <a:cubicBezTo>
                    <a:pt x="633" y="929"/>
                    <a:pt x="620" y="859"/>
                    <a:pt x="594" y="755"/>
                  </a:cubicBezTo>
                  <a:cubicBezTo>
                    <a:pt x="568" y="656"/>
                    <a:pt x="525" y="513"/>
                    <a:pt x="443" y="374"/>
                  </a:cubicBezTo>
                  <a:cubicBezTo>
                    <a:pt x="399" y="304"/>
                    <a:pt x="352" y="248"/>
                    <a:pt x="304" y="200"/>
                  </a:cubicBezTo>
                  <a:cubicBezTo>
                    <a:pt x="256" y="153"/>
                    <a:pt x="204" y="114"/>
                    <a:pt x="161" y="88"/>
                  </a:cubicBezTo>
                  <a:cubicBezTo>
                    <a:pt x="70" y="36"/>
                    <a:pt x="0" y="23"/>
                    <a:pt x="5" y="10"/>
                  </a:cubicBezTo>
                  <a:cubicBezTo>
                    <a:pt x="5" y="5"/>
                    <a:pt x="78" y="1"/>
                    <a:pt x="183" y="44"/>
                  </a:cubicBezTo>
                  <a:cubicBezTo>
                    <a:pt x="235" y="66"/>
                    <a:pt x="291" y="101"/>
                    <a:pt x="352" y="148"/>
                  </a:cubicBezTo>
                  <a:cubicBezTo>
                    <a:pt x="404" y="200"/>
                    <a:pt x="460" y="265"/>
                    <a:pt x="503" y="339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4403190" y="2725156"/>
              <a:ext cx="43448" cy="193670"/>
            </a:xfrm>
            <a:custGeom>
              <a:avLst/>
              <a:gdLst/>
              <a:ahLst/>
              <a:cxnLst/>
              <a:rect l="l" t="t" r="r" b="b"/>
              <a:pathLst>
                <a:path w="365" h="1627" extrusionOk="0">
                  <a:moveTo>
                    <a:pt x="343" y="776"/>
                  </a:moveTo>
                  <a:cubicBezTo>
                    <a:pt x="365" y="1015"/>
                    <a:pt x="352" y="1227"/>
                    <a:pt x="335" y="1379"/>
                  </a:cubicBezTo>
                  <a:cubicBezTo>
                    <a:pt x="317" y="1535"/>
                    <a:pt x="296" y="1626"/>
                    <a:pt x="287" y="1626"/>
                  </a:cubicBezTo>
                  <a:cubicBezTo>
                    <a:pt x="278" y="1626"/>
                    <a:pt x="278" y="1531"/>
                    <a:pt x="283" y="1379"/>
                  </a:cubicBezTo>
                  <a:cubicBezTo>
                    <a:pt x="287" y="1223"/>
                    <a:pt x="291" y="1015"/>
                    <a:pt x="270" y="785"/>
                  </a:cubicBezTo>
                  <a:cubicBezTo>
                    <a:pt x="261" y="672"/>
                    <a:pt x="239" y="564"/>
                    <a:pt x="218" y="469"/>
                  </a:cubicBezTo>
                  <a:cubicBezTo>
                    <a:pt x="200" y="421"/>
                    <a:pt x="192" y="373"/>
                    <a:pt x="174" y="334"/>
                  </a:cubicBezTo>
                  <a:cubicBezTo>
                    <a:pt x="166" y="312"/>
                    <a:pt x="161" y="291"/>
                    <a:pt x="153" y="273"/>
                  </a:cubicBezTo>
                  <a:cubicBezTo>
                    <a:pt x="144" y="256"/>
                    <a:pt x="135" y="239"/>
                    <a:pt x="127" y="221"/>
                  </a:cubicBezTo>
                  <a:cubicBezTo>
                    <a:pt x="61" y="83"/>
                    <a:pt x="1" y="13"/>
                    <a:pt x="9" y="5"/>
                  </a:cubicBezTo>
                  <a:cubicBezTo>
                    <a:pt x="14" y="0"/>
                    <a:pt x="92" y="61"/>
                    <a:pt x="174" y="195"/>
                  </a:cubicBezTo>
                  <a:cubicBezTo>
                    <a:pt x="183" y="213"/>
                    <a:pt x="192" y="230"/>
                    <a:pt x="200" y="252"/>
                  </a:cubicBezTo>
                  <a:cubicBezTo>
                    <a:pt x="209" y="269"/>
                    <a:pt x="222" y="291"/>
                    <a:pt x="231" y="312"/>
                  </a:cubicBezTo>
                  <a:cubicBezTo>
                    <a:pt x="248" y="351"/>
                    <a:pt x="261" y="399"/>
                    <a:pt x="278" y="447"/>
                  </a:cubicBezTo>
                  <a:cubicBezTo>
                    <a:pt x="309" y="547"/>
                    <a:pt x="330" y="659"/>
                    <a:pt x="343" y="776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4406880" y="2716347"/>
              <a:ext cx="126058" cy="170934"/>
            </a:xfrm>
            <a:custGeom>
              <a:avLst/>
              <a:gdLst/>
              <a:ahLst/>
              <a:cxnLst/>
              <a:rect l="l" t="t" r="r" b="b"/>
              <a:pathLst>
                <a:path w="1059" h="1436" extrusionOk="0">
                  <a:moveTo>
                    <a:pt x="460" y="768"/>
                  </a:moveTo>
                  <a:cubicBezTo>
                    <a:pt x="538" y="868"/>
                    <a:pt x="603" y="963"/>
                    <a:pt x="677" y="1041"/>
                  </a:cubicBezTo>
                  <a:cubicBezTo>
                    <a:pt x="711" y="1080"/>
                    <a:pt x="742" y="1124"/>
                    <a:pt x="772" y="1154"/>
                  </a:cubicBezTo>
                  <a:cubicBezTo>
                    <a:pt x="807" y="1189"/>
                    <a:pt x="837" y="1219"/>
                    <a:pt x="867" y="1249"/>
                  </a:cubicBezTo>
                  <a:cubicBezTo>
                    <a:pt x="880" y="1262"/>
                    <a:pt x="893" y="1275"/>
                    <a:pt x="906" y="1288"/>
                  </a:cubicBezTo>
                  <a:cubicBezTo>
                    <a:pt x="919" y="1301"/>
                    <a:pt x="932" y="1314"/>
                    <a:pt x="945" y="1323"/>
                  </a:cubicBezTo>
                  <a:cubicBezTo>
                    <a:pt x="967" y="1345"/>
                    <a:pt x="989" y="1362"/>
                    <a:pt x="1006" y="1379"/>
                  </a:cubicBezTo>
                  <a:cubicBezTo>
                    <a:pt x="1041" y="1410"/>
                    <a:pt x="1058" y="1427"/>
                    <a:pt x="1054" y="1431"/>
                  </a:cubicBezTo>
                  <a:cubicBezTo>
                    <a:pt x="1054" y="1436"/>
                    <a:pt x="1028" y="1423"/>
                    <a:pt x="989" y="1401"/>
                  </a:cubicBezTo>
                  <a:cubicBezTo>
                    <a:pt x="971" y="1388"/>
                    <a:pt x="945" y="1371"/>
                    <a:pt x="919" y="1353"/>
                  </a:cubicBezTo>
                  <a:cubicBezTo>
                    <a:pt x="906" y="1345"/>
                    <a:pt x="893" y="1336"/>
                    <a:pt x="876" y="1323"/>
                  </a:cubicBezTo>
                  <a:cubicBezTo>
                    <a:pt x="863" y="1314"/>
                    <a:pt x="846" y="1301"/>
                    <a:pt x="833" y="1288"/>
                  </a:cubicBezTo>
                  <a:cubicBezTo>
                    <a:pt x="802" y="1258"/>
                    <a:pt x="768" y="1228"/>
                    <a:pt x="733" y="1197"/>
                  </a:cubicBezTo>
                  <a:cubicBezTo>
                    <a:pt x="694" y="1163"/>
                    <a:pt x="664" y="1124"/>
                    <a:pt x="624" y="1085"/>
                  </a:cubicBezTo>
                  <a:cubicBezTo>
                    <a:pt x="551" y="1006"/>
                    <a:pt x="481" y="911"/>
                    <a:pt x="403" y="811"/>
                  </a:cubicBezTo>
                  <a:cubicBezTo>
                    <a:pt x="260" y="603"/>
                    <a:pt x="152" y="404"/>
                    <a:pt x="87" y="252"/>
                  </a:cubicBezTo>
                  <a:cubicBezTo>
                    <a:pt x="70" y="217"/>
                    <a:pt x="56" y="183"/>
                    <a:pt x="43" y="152"/>
                  </a:cubicBezTo>
                  <a:cubicBezTo>
                    <a:pt x="35" y="122"/>
                    <a:pt x="26" y="96"/>
                    <a:pt x="17" y="74"/>
                  </a:cubicBezTo>
                  <a:cubicBezTo>
                    <a:pt x="4" y="31"/>
                    <a:pt x="0" y="5"/>
                    <a:pt x="4" y="1"/>
                  </a:cubicBezTo>
                  <a:cubicBezTo>
                    <a:pt x="9" y="1"/>
                    <a:pt x="22" y="22"/>
                    <a:pt x="43" y="61"/>
                  </a:cubicBezTo>
                  <a:cubicBezTo>
                    <a:pt x="56" y="83"/>
                    <a:pt x="70" y="105"/>
                    <a:pt x="83" y="135"/>
                  </a:cubicBezTo>
                  <a:cubicBezTo>
                    <a:pt x="96" y="165"/>
                    <a:pt x="113" y="196"/>
                    <a:pt x="135" y="230"/>
                  </a:cubicBezTo>
                  <a:cubicBezTo>
                    <a:pt x="208" y="373"/>
                    <a:pt x="321" y="564"/>
                    <a:pt x="460" y="768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4599835" y="2622429"/>
              <a:ext cx="31663" cy="78087"/>
            </a:xfrm>
            <a:custGeom>
              <a:avLst/>
              <a:gdLst/>
              <a:ahLst/>
              <a:cxnLst/>
              <a:rect l="l" t="t" r="r" b="b"/>
              <a:pathLst>
                <a:path w="266" h="656" extrusionOk="0">
                  <a:moveTo>
                    <a:pt x="122" y="317"/>
                  </a:moveTo>
                  <a:cubicBezTo>
                    <a:pt x="74" y="495"/>
                    <a:pt x="70" y="651"/>
                    <a:pt x="48" y="655"/>
                  </a:cubicBezTo>
                  <a:cubicBezTo>
                    <a:pt x="31" y="655"/>
                    <a:pt x="1" y="495"/>
                    <a:pt x="53" y="295"/>
                  </a:cubicBezTo>
                  <a:cubicBezTo>
                    <a:pt x="83" y="200"/>
                    <a:pt x="131" y="118"/>
                    <a:pt x="174" y="70"/>
                  </a:cubicBezTo>
                  <a:cubicBezTo>
                    <a:pt x="217" y="18"/>
                    <a:pt x="252" y="0"/>
                    <a:pt x="261" y="5"/>
                  </a:cubicBezTo>
                  <a:cubicBezTo>
                    <a:pt x="265" y="13"/>
                    <a:pt x="243" y="48"/>
                    <a:pt x="213" y="100"/>
                  </a:cubicBezTo>
                  <a:cubicBezTo>
                    <a:pt x="183" y="152"/>
                    <a:pt x="148" y="226"/>
                    <a:pt x="122" y="317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266419" y="2990364"/>
              <a:ext cx="60589" cy="56899"/>
            </a:xfrm>
            <a:custGeom>
              <a:avLst/>
              <a:gdLst/>
              <a:ahLst/>
              <a:cxnLst/>
              <a:rect l="l" t="t" r="r" b="b"/>
              <a:pathLst>
                <a:path w="509" h="478" extrusionOk="0">
                  <a:moveTo>
                    <a:pt x="504" y="469"/>
                  </a:moveTo>
                  <a:cubicBezTo>
                    <a:pt x="504" y="478"/>
                    <a:pt x="443" y="469"/>
                    <a:pt x="361" y="430"/>
                  </a:cubicBezTo>
                  <a:cubicBezTo>
                    <a:pt x="278" y="391"/>
                    <a:pt x="179" y="313"/>
                    <a:pt x="83" y="213"/>
                  </a:cubicBezTo>
                  <a:cubicBezTo>
                    <a:pt x="57" y="187"/>
                    <a:pt x="36" y="157"/>
                    <a:pt x="14" y="131"/>
                  </a:cubicBezTo>
                  <a:cubicBezTo>
                    <a:pt x="22" y="70"/>
                    <a:pt x="18" y="40"/>
                    <a:pt x="18" y="40"/>
                  </a:cubicBezTo>
                  <a:lnTo>
                    <a:pt x="1" y="1"/>
                  </a:lnTo>
                  <a:cubicBezTo>
                    <a:pt x="40" y="53"/>
                    <a:pt x="83" y="109"/>
                    <a:pt x="135" y="166"/>
                  </a:cubicBezTo>
                  <a:cubicBezTo>
                    <a:pt x="226" y="261"/>
                    <a:pt x="317" y="339"/>
                    <a:pt x="387" y="387"/>
                  </a:cubicBezTo>
                  <a:cubicBezTo>
                    <a:pt x="456" y="434"/>
                    <a:pt x="508" y="456"/>
                    <a:pt x="504" y="469"/>
                  </a:cubicBezTo>
                  <a:close/>
                </a:path>
              </a:pathLst>
            </a:custGeom>
            <a:solidFill>
              <a:srgbClr val="A26F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290226" y="2135697"/>
              <a:ext cx="320561" cy="601960"/>
            </a:xfrm>
            <a:custGeom>
              <a:avLst/>
              <a:gdLst/>
              <a:ahLst/>
              <a:cxnLst/>
              <a:rect l="l" t="t" r="r" b="b"/>
              <a:pathLst>
                <a:path w="2693" h="5057" extrusionOk="0">
                  <a:moveTo>
                    <a:pt x="2459" y="4462"/>
                  </a:moveTo>
                  <a:cubicBezTo>
                    <a:pt x="2459" y="4597"/>
                    <a:pt x="2333" y="4709"/>
                    <a:pt x="2177" y="4709"/>
                  </a:cubicBezTo>
                  <a:lnTo>
                    <a:pt x="547" y="4709"/>
                  </a:lnTo>
                  <a:cubicBezTo>
                    <a:pt x="464" y="4709"/>
                    <a:pt x="390" y="4679"/>
                    <a:pt x="338" y="4631"/>
                  </a:cubicBezTo>
                  <a:cubicBezTo>
                    <a:pt x="291" y="4588"/>
                    <a:pt x="260" y="4527"/>
                    <a:pt x="260" y="4462"/>
                  </a:cubicBezTo>
                  <a:lnTo>
                    <a:pt x="260" y="500"/>
                  </a:lnTo>
                  <a:cubicBezTo>
                    <a:pt x="260" y="361"/>
                    <a:pt x="390" y="248"/>
                    <a:pt x="547" y="248"/>
                  </a:cubicBezTo>
                  <a:lnTo>
                    <a:pt x="2177" y="248"/>
                  </a:lnTo>
                  <a:cubicBezTo>
                    <a:pt x="2333" y="248"/>
                    <a:pt x="2459" y="361"/>
                    <a:pt x="2459" y="500"/>
                  </a:cubicBezTo>
                  <a:close/>
                  <a:moveTo>
                    <a:pt x="2342" y="1"/>
                  </a:moveTo>
                  <a:lnTo>
                    <a:pt x="347" y="1"/>
                  </a:lnTo>
                  <a:cubicBezTo>
                    <a:pt x="156" y="1"/>
                    <a:pt x="0" y="157"/>
                    <a:pt x="0" y="352"/>
                  </a:cubicBezTo>
                  <a:lnTo>
                    <a:pt x="0" y="3097"/>
                  </a:lnTo>
                  <a:cubicBezTo>
                    <a:pt x="239" y="3522"/>
                    <a:pt x="0" y="4250"/>
                    <a:pt x="0" y="4250"/>
                  </a:cubicBezTo>
                  <a:lnTo>
                    <a:pt x="0" y="4705"/>
                  </a:lnTo>
                  <a:cubicBezTo>
                    <a:pt x="0" y="4900"/>
                    <a:pt x="156" y="5056"/>
                    <a:pt x="347" y="5056"/>
                  </a:cubicBezTo>
                  <a:lnTo>
                    <a:pt x="2342" y="5056"/>
                  </a:lnTo>
                  <a:cubicBezTo>
                    <a:pt x="2537" y="5056"/>
                    <a:pt x="2693" y="4900"/>
                    <a:pt x="2693" y="4705"/>
                  </a:cubicBezTo>
                  <a:lnTo>
                    <a:pt x="2693" y="352"/>
                  </a:lnTo>
                  <a:cubicBezTo>
                    <a:pt x="2693" y="157"/>
                    <a:pt x="2537" y="1"/>
                    <a:pt x="23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321175" y="2165217"/>
              <a:ext cx="261758" cy="531134"/>
            </a:xfrm>
            <a:custGeom>
              <a:avLst/>
              <a:gdLst/>
              <a:ahLst/>
              <a:cxnLst/>
              <a:rect l="l" t="t" r="r" b="b"/>
              <a:pathLst>
                <a:path w="2199" h="4462" extrusionOk="0">
                  <a:moveTo>
                    <a:pt x="2199" y="252"/>
                  </a:moveTo>
                  <a:lnTo>
                    <a:pt x="2199" y="4214"/>
                  </a:lnTo>
                  <a:cubicBezTo>
                    <a:pt x="2199" y="4349"/>
                    <a:pt x="2073" y="4461"/>
                    <a:pt x="1917" y="4461"/>
                  </a:cubicBezTo>
                  <a:lnTo>
                    <a:pt x="287" y="4461"/>
                  </a:lnTo>
                  <a:cubicBezTo>
                    <a:pt x="204" y="4461"/>
                    <a:pt x="130" y="4431"/>
                    <a:pt x="78" y="4383"/>
                  </a:cubicBezTo>
                  <a:cubicBezTo>
                    <a:pt x="31" y="4340"/>
                    <a:pt x="0" y="4279"/>
                    <a:pt x="0" y="4214"/>
                  </a:cubicBezTo>
                  <a:lnTo>
                    <a:pt x="0" y="252"/>
                  </a:lnTo>
                  <a:cubicBezTo>
                    <a:pt x="0" y="113"/>
                    <a:pt x="130" y="0"/>
                    <a:pt x="287" y="0"/>
                  </a:cubicBezTo>
                  <a:lnTo>
                    <a:pt x="1917" y="0"/>
                  </a:lnTo>
                  <a:cubicBezTo>
                    <a:pt x="2073" y="0"/>
                    <a:pt x="2199" y="113"/>
                    <a:pt x="2199" y="2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392953" y="2330318"/>
              <a:ext cx="118202" cy="176648"/>
            </a:xfrm>
            <a:custGeom>
              <a:avLst/>
              <a:gdLst/>
              <a:ahLst/>
              <a:cxnLst/>
              <a:rect l="l" t="t" r="r" b="b"/>
              <a:pathLst>
                <a:path w="993" h="1484" extrusionOk="0">
                  <a:moveTo>
                    <a:pt x="629" y="1310"/>
                  </a:moveTo>
                  <a:lnTo>
                    <a:pt x="629" y="1483"/>
                  </a:lnTo>
                  <a:lnTo>
                    <a:pt x="403" y="1483"/>
                  </a:lnTo>
                  <a:lnTo>
                    <a:pt x="403" y="1319"/>
                  </a:lnTo>
                  <a:cubicBezTo>
                    <a:pt x="247" y="1306"/>
                    <a:pt x="95" y="1266"/>
                    <a:pt x="0" y="1206"/>
                  </a:cubicBezTo>
                  <a:lnTo>
                    <a:pt x="121" y="937"/>
                  </a:lnTo>
                  <a:cubicBezTo>
                    <a:pt x="226" y="998"/>
                    <a:pt x="364" y="1037"/>
                    <a:pt x="486" y="1037"/>
                  </a:cubicBezTo>
                  <a:cubicBezTo>
                    <a:pt x="590" y="1037"/>
                    <a:pt x="629" y="1015"/>
                    <a:pt x="629" y="976"/>
                  </a:cubicBezTo>
                  <a:cubicBezTo>
                    <a:pt x="629" y="837"/>
                    <a:pt x="17" y="950"/>
                    <a:pt x="17" y="538"/>
                  </a:cubicBezTo>
                  <a:cubicBezTo>
                    <a:pt x="17" y="360"/>
                    <a:pt x="147" y="209"/>
                    <a:pt x="403" y="174"/>
                  </a:cubicBezTo>
                  <a:lnTo>
                    <a:pt x="403" y="0"/>
                  </a:lnTo>
                  <a:lnTo>
                    <a:pt x="629" y="0"/>
                  </a:lnTo>
                  <a:lnTo>
                    <a:pt x="629" y="170"/>
                  </a:lnTo>
                  <a:cubicBezTo>
                    <a:pt x="746" y="183"/>
                    <a:pt x="859" y="213"/>
                    <a:pt x="945" y="261"/>
                  </a:cubicBezTo>
                  <a:lnTo>
                    <a:pt x="837" y="534"/>
                  </a:lnTo>
                  <a:cubicBezTo>
                    <a:pt x="728" y="477"/>
                    <a:pt x="624" y="451"/>
                    <a:pt x="529" y="451"/>
                  </a:cubicBezTo>
                  <a:cubicBezTo>
                    <a:pt x="421" y="451"/>
                    <a:pt x="386" y="482"/>
                    <a:pt x="386" y="521"/>
                  </a:cubicBezTo>
                  <a:cubicBezTo>
                    <a:pt x="386" y="651"/>
                    <a:pt x="993" y="542"/>
                    <a:pt x="993" y="950"/>
                  </a:cubicBezTo>
                  <a:cubicBezTo>
                    <a:pt x="993" y="1119"/>
                    <a:pt x="872" y="1266"/>
                    <a:pt x="629" y="13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4478063" y="2661591"/>
              <a:ext cx="564702" cy="514231"/>
            </a:xfrm>
            <a:custGeom>
              <a:avLst/>
              <a:gdLst/>
              <a:ahLst/>
              <a:cxnLst/>
              <a:rect l="l" t="t" r="r" b="b"/>
              <a:pathLst>
                <a:path w="4744" h="4320" extrusionOk="0">
                  <a:moveTo>
                    <a:pt x="4744" y="2615"/>
                  </a:moveTo>
                  <a:cubicBezTo>
                    <a:pt x="4163" y="3383"/>
                    <a:pt x="3365" y="3981"/>
                    <a:pt x="2446" y="4319"/>
                  </a:cubicBezTo>
                  <a:lnTo>
                    <a:pt x="2051" y="4016"/>
                  </a:lnTo>
                  <a:cubicBezTo>
                    <a:pt x="2051" y="4016"/>
                    <a:pt x="1830" y="4033"/>
                    <a:pt x="1535" y="3712"/>
                  </a:cubicBezTo>
                  <a:cubicBezTo>
                    <a:pt x="1535" y="3712"/>
                    <a:pt x="1323" y="3474"/>
                    <a:pt x="1089" y="3283"/>
                  </a:cubicBezTo>
                  <a:cubicBezTo>
                    <a:pt x="1110" y="3144"/>
                    <a:pt x="1201" y="3045"/>
                    <a:pt x="1201" y="3045"/>
                  </a:cubicBezTo>
                  <a:cubicBezTo>
                    <a:pt x="1145" y="2988"/>
                    <a:pt x="1080" y="2949"/>
                    <a:pt x="1028" y="2919"/>
                  </a:cubicBezTo>
                  <a:cubicBezTo>
                    <a:pt x="941" y="2871"/>
                    <a:pt x="872" y="2850"/>
                    <a:pt x="872" y="2850"/>
                  </a:cubicBezTo>
                  <a:cubicBezTo>
                    <a:pt x="777" y="2863"/>
                    <a:pt x="716" y="2941"/>
                    <a:pt x="681" y="3010"/>
                  </a:cubicBezTo>
                  <a:cubicBezTo>
                    <a:pt x="620" y="2936"/>
                    <a:pt x="564" y="2802"/>
                    <a:pt x="816" y="2667"/>
                  </a:cubicBezTo>
                  <a:cubicBezTo>
                    <a:pt x="816" y="2667"/>
                    <a:pt x="963" y="2624"/>
                    <a:pt x="1154" y="2646"/>
                  </a:cubicBezTo>
                  <a:cubicBezTo>
                    <a:pt x="1310" y="2663"/>
                    <a:pt x="1496" y="2728"/>
                    <a:pt x="1657" y="2893"/>
                  </a:cubicBezTo>
                  <a:cubicBezTo>
                    <a:pt x="1657" y="2893"/>
                    <a:pt x="1965" y="3188"/>
                    <a:pt x="1817" y="2763"/>
                  </a:cubicBezTo>
                  <a:cubicBezTo>
                    <a:pt x="1817" y="2763"/>
                    <a:pt x="1709" y="2507"/>
                    <a:pt x="1332" y="2069"/>
                  </a:cubicBezTo>
                  <a:cubicBezTo>
                    <a:pt x="1306" y="2039"/>
                    <a:pt x="1275" y="2004"/>
                    <a:pt x="1245" y="1969"/>
                  </a:cubicBezTo>
                  <a:lnTo>
                    <a:pt x="118" y="695"/>
                  </a:lnTo>
                  <a:cubicBezTo>
                    <a:pt x="118" y="695"/>
                    <a:pt x="105" y="673"/>
                    <a:pt x="87" y="638"/>
                  </a:cubicBezTo>
                  <a:cubicBezTo>
                    <a:pt x="48" y="560"/>
                    <a:pt x="0" y="404"/>
                    <a:pt x="118" y="252"/>
                  </a:cubicBezTo>
                  <a:cubicBezTo>
                    <a:pt x="118" y="252"/>
                    <a:pt x="343" y="1"/>
                    <a:pt x="738" y="383"/>
                  </a:cubicBezTo>
                  <a:lnTo>
                    <a:pt x="946" y="586"/>
                  </a:lnTo>
                  <a:lnTo>
                    <a:pt x="1639" y="1258"/>
                  </a:lnTo>
                  <a:lnTo>
                    <a:pt x="1956" y="1562"/>
                  </a:lnTo>
                  <a:cubicBezTo>
                    <a:pt x="1956" y="1562"/>
                    <a:pt x="2043" y="1211"/>
                    <a:pt x="2580" y="1393"/>
                  </a:cubicBezTo>
                  <a:cubicBezTo>
                    <a:pt x="2580" y="1393"/>
                    <a:pt x="2905" y="1055"/>
                    <a:pt x="3352" y="1410"/>
                  </a:cubicBezTo>
                  <a:cubicBezTo>
                    <a:pt x="3352" y="1410"/>
                    <a:pt x="3603" y="1146"/>
                    <a:pt x="3972" y="1592"/>
                  </a:cubicBezTo>
                  <a:close/>
                </a:path>
              </a:pathLst>
            </a:custGeom>
            <a:solidFill>
              <a:srgbClr val="FFAF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4559125" y="3000720"/>
              <a:ext cx="62017" cy="51780"/>
            </a:xfrm>
            <a:custGeom>
              <a:avLst/>
              <a:gdLst/>
              <a:ahLst/>
              <a:cxnLst/>
              <a:rect l="l" t="t" r="r" b="b"/>
              <a:pathLst>
                <a:path w="521" h="435" extrusionOk="0">
                  <a:moveTo>
                    <a:pt x="520" y="196"/>
                  </a:moveTo>
                  <a:cubicBezTo>
                    <a:pt x="520" y="196"/>
                    <a:pt x="429" y="295"/>
                    <a:pt x="408" y="434"/>
                  </a:cubicBezTo>
                  <a:cubicBezTo>
                    <a:pt x="291" y="334"/>
                    <a:pt x="169" y="252"/>
                    <a:pt x="65" y="217"/>
                  </a:cubicBezTo>
                  <a:cubicBezTo>
                    <a:pt x="65" y="217"/>
                    <a:pt x="31" y="196"/>
                    <a:pt x="0" y="161"/>
                  </a:cubicBezTo>
                  <a:cubicBezTo>
                    <a:pt x="35" y="92"/>
                    <a:pt x="96" y="14"/>
                    <a:pt x="191" y="1"/>
                  </a:cubicBezTo>
                  <a:cubicBezTo>
                    <a:pt x="191" y="1"/>
                    <a:pt x="373" y="57"/>
                    <a:pt x="520" y="196"/>
                  </a:cubicBezTo>
                  <a:close/>
                </a:path>
              </a:pathLst>
            </a:custGeom>
            <a:solidFill>
              <a:srgbClr val="FFCC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4493061" y="2686945"/>
              <a:ext cx="60946" cy="70350"/>
            </a:xfrm>
            <a:custGeom>
              <a:avLst/>
              <a:gdLst/>
              <a:ahLst/>
              <a:cxnLst/>
              <a:rect l="l" t="t" r="r" b="b"/>
              <a:pathLst>
                <a:path w="512" h="591" extrusionOk="0">
                  <a:moveTo>
                    <a:pt x="252" y="590"/>
                  </a:moveTo>
                  <a:cubicBezTo>
                    <a:pt x="252" y="590"/>
                    <a:pt x="312" y="343"/>
                    <a:pt x="512" y="326"/>
                  </a:cubicBezTo>
                  <a:cubicBezTo>
                    <a:pt x="512" y="326"/>
                    <a:pt x="325" y="0"/>
                    <a:pt x="126" y="96"/>
                  </a:cubicBezTo>
                  <a:cubicBezTo>
                    <a:pt x="126" y="96"/>
                    <a:pt x="0" y="170"/>
                    <a:pt x="26" y="291"/>
                  </a:cubicBezTo>
                  <a:cubicBezTo>
                    <a:pt x="26" y="291"/>
                    <a:pt x="74" y="404"/>
                    <a:pt x="252" y="590"/>
                  </a:cubicBezTo>
                  <a:close/>
                </a:path>
              </a:pathLst>
            </a:custGeom>
            <a:solidFill>
              <a:srgbClr val="FFCC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4740773" y="2251874"/>
              <a:ext cx="216287" cy="216406"/>
            </a:xfrm>
            <a:custGeom>
              <a:avLst/>
              <a:gdLst/>
              <a:ahLst/>
              <a:cxnLst/>
              <a:rect l="l" t="t" r="r" b="b"/>
              <a:pathLst>
                <a:path w="1817" h="1818" extrusionOk="0">
                  <a:moveTo>
                    <a:pt x="1817" y="907"/>
                  </a:moveTo>
                  <a:cubicBezTo>
                    <a:pt x="1817" y="1410"/>
                    <a:pt x="1409" y="1817"/>
                    <a:pt x="907" y="1817"/>
                  </a:cubicBezTo>
                  <a:cubicBezTo>
                    <a:pt x="408" y="1817"/>
                    <a:pt x="0" y="1410"/>
                    <a:pt x="0" y="907"/>
                  </a:cubicBezTo>
                  <a:cubicBezTo>
                    <a:pt x="0" y="408"/>
                    <a:pt x="408" y="0"/>
                    <a:pt x="907" y="0"/>
                  </a:cubicBezTo>
                  <a:cubicBezTo>
                    <a:pt x="1409" y="0"/>
                    <a:pt x="1817" y="408"/>
                    <a:pt x="1817" y="90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761961" y="2309725"/>
              <a:ext cx="165221" cy="108917"/>
            </a:xfrm>
            <a:custGeom>
              <a:avLst/>
              <a:gdLst/>
              <a:ahLst/>
              <a:cxnLst/>
              <a:rect l="l" t="t" r="r" b="b"/>
              <a:pathLst>
                <a:path w="1388" h="915" extrusionOk="0">
                  <a:moveTo>
                    <a:pt x="130" y="915"/>
                  </a:moveTo>
                  <a:lnTo>
                    <a:pt x="0" y="369"/>
                  </a:lnTo>
                  <a:lnTo>
                    <a:pt x="187" y="325"/>
                  </a:lnTo>
                  <a:lnTo>
                    <a:pt x="256" y="624"/>
                  </a:lnTo>
                  <a:lnTo>
                    <a:pt x="1292" y="0"/>
                  </a:lnTo>
                  <a:lnTo>
                    <a:pt x="138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1" name="Google Shape;1871;p33"/>
          <p:cNvSpPr txBox="1"/>
          <p:nvPr/>
        </p:nvSpPr>
        <p:spPr>
          <a:xfrm>
            <a:off x="651242" y="83821"/>
            <a:ext cx="2119320" cy="23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rPr>
              <a:t>Open MQTT</a:t>
            </a:r>
            <a:endParaRPr sz="1800" b="1" dirty="0">
              <a:solidFill>
                <a:srgbClr val="000000"/>
              </a:solidFill>
              <a:latin typeface="Fira Sans" panose="020B0503050000020004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72" name="Google Shape;1872;p33"/>
          <p:cNvSpPr txBox="1"/>
          <p:nvPr/>
        </p:nvSpPr>
        <p:spPr>
          <a:xfrm>
            <a:off x="6012305" y="90944"/>
            <a:ext cx="2804452" cy="23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Secure Sign Confirmation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73" name="Google Shape;1873;p33"/>
          <p:cNvSpPr txBox="1"/>
          <p:nvPr/>
        </p:nvSpPr>
        <p:spPr>
          <a:xfrm>
            <a:off x="3476917" y="91441"/>
            <a:ext cx="2119320" cy="23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Payment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874" name="Google Shape;1874;p33"/>
          <p:cNvGrpSpPr/>
          <p:nvPr/>
        </p:nvGrpSpPr>
        <p:grpSpPr>
          <a:xfrm>
            <a:off x="2433095" y="946147"/>
            <a:ext cx="3480263" cy="954537"/>
            <a:chOff x="2263400" y="2049300"/>
            <a:chExt cx="4591950" cy="2185350"/>
          </a:xfrm>
        </p:grpSpPr>
        <p:cxnSp>
          <p:nvCxnSpPr>
            <p:cNvPr id="1875" name="Google Shape;1875;p33"/>
            <p:cNvCxnSpPr>
              <a:cxnSpLocks/>
              <a:stCxn id="1876" idx="3"/>
              <a:endCxn id="1877" idx="1"/>
            </p:cNvCxnSpPr>
            <p:nvPr/>
          </p:nvCxnSpPr>
          <p:spPr>
            <a:xfrm>
              <a:off x="2693600" y="226440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76" name="Google Shape;1876;p33"/>
            <p:cNvSpPr/>
            <p:nvPr/>
          </p:nvSpPr>
          <p:spPr>
            <a:xfrm>
              <a:off x="22634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35995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50891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64251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1" name="Google Shape;1881;p33"/>
            <p:cNvCxnSpPr>
              <a:cxnSpLocks/>
              <a:stCxn id="1882" idx="3"/>
              <a:endCxn id="1883" idx="1"/>
            </p:cNvCxnSpPr>
            <p:nvPr/>
          </p:nvCxnSpPr>
          <p:spPr>
            <a:xfrm>
              <a:off x="2693600" y="3141975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82" name="Google Shape;1882;p33"/>
            <p:cNvSpPr/>
            <p:nvPr/>
          </p:nvSpPr>
          <p:spPr>
            <a:xfrm>
              <a:off x="22634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3"/>
            <p:cNvSpPr/>
            <p:nvPr/>
          </p:nvSpPr>
          <p:spPr>
            <a:xfrm>
              <a:off x="35995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3"/>
            <p:cNvSpPr/>
            <p:nvPr/>
          </p:nvSpPr>
          <p:spPr>
            <a:xfrm>
              <a:off x="50891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3"/>
            <p:cNvSpPr/>
            <p:nvPr/>
          </p:nvSpPr>
          <p:spPr>
            <a:xfrm>
              <a:off x="64251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7" name="Google Shape;1887;p33"/>
            <p:cNvCxnSpPr>
              <a:cxnSpLocks/>
              <a:stCxn id="1888" idx="3"/>
              <a:endCxn id="1889" idx="1"/>
            </p:cNvCxnSpPr>
            <p:nvPr/>
          </p:nvCxnSpPr>
          <p:spPr>
            <a:xfrm>
              <a:off x="2693600" y="401955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88" name="Google Shape;1888;p33"/>
            <p:cNvSpPr/>
            <p:nvPr/>
          </p:nvSpPr>
          <p:spPr>
            <a:xfrm>
              <a:off x="22634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3"/>
            <p:cNvSpPr/>
            <p:nvPr/>
          </p:nvSpPr>
          <p:spPr>
            <a:xfrm>
              <a:off x="35995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3"/>
            <p:cNvSpPr/>
            <p:nvPr/>
          </p:nvSpPr>
          <p:spPr>
            <a:xfrm>
              <a:off x="50891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3"/>
            <p:cNvSpPr/>
            <p:nvPr/>
          </p:nvSpPr>
          <p:spPr>
            <a:xfrm>
              <a:off x="64251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3" name="Google Shape;1734;p33">
            <a:extLst>
              <a:ext uri="{FF2B5EF4-FFF2-40B4-BE49-F238E27FC236}">
                <a16:creationId xmlns:a16="http://schemas.microsoft.com/office/drawing/2014/main" id="{D075E07D-8BB3-F4DE-BD50-578B452E0212}"/>
              </a:ext>
            </a:extLst>
          </p:cNvPr>
          <p:cNvGrpSpPr/>
          <p:nvPr/>
        </p:nvGrpSpPr>
        <p:grpSpPr>
          <a:xfrm>
            <a:off x="3558222" y="2729049"/>
            <a:ext cx="1942050" cy="2071045"/>
            <a:chOff x="1459625" y="1268650"/>
            <a:chExt cx="1615075" cy="3137048"/>
          </a:xfrm>
        </p:grpSpPr>
        <p:sp>
          <p:nvSpPr>
            <p:cNvPr id="2144" name="Google Shape;1735;p33">
              <a:extLst>
                <a:ext uri="{FF2B5EF4-FFF2-40B4-BE49-F238E27FC236}">
                  <a16:creationId xmlns:a16="http://schemas.microsoft.com/office/drawing/2014/main" id="{C1D91C46-86F2-DD68-B505-361719BA76C6}"/>
                </a:ext>
              </a:extLst>
            </p:cNvPr>
            <p:cNvSpPr/>
            <p:nvPr/>
          </p:nvSpPr>
          <p:spPr>
            <a:xfrm>
              <a:off x="1459625" y="1268650"/>
              <a:ext cx="1614948" cy="3137048"/>
            </a:xfrm>
            <a:custGeom>
              <a:avLst/>
              <a:gdLst/>
              <a:ahLst/>
              <a:cxnLst/>
              <a:rect l="l" t="t" r="r" b="b"/>
              <a:pathLst>
                <a:path w="13567" h="26354" extrusionOk="0">
                  <a:moveTo>
                    <a:pt x="13567" y="1085"/>
                  </a:moveTo>
                  <a:lnTo>
                    <a:pt x="13567" y="25269"/>
                  </a:lnTo>
                  <a:cubicBezTo>
                    <a:pt x="13567" y="25863"/>
                    <a:pt x="13077" y="26353"/>
                    <a:pt x="12483" y="26353"/>
                  </a:cubicBezTo>
                  <a:lnTo>
                    <a:pt x="1084" y="26353"/>
                  </a:lnTo>
                  <a:cubicBezTo>
                    <a:pt x="490" y="26353"/>
                    <a:pt x="0" y="25863"/>
                    <a:pt x="0" y="25269"/>
                  </a:cubicBezTo>
                  <a:lnTo>
                    <a:pt x="0" y="1085"/>
                  </a:lnTo>
                  <a:cubicBezTo>
                    <a:pt x="0" y="491"/>
                    <a:pt x="490" y="1"/>
                    <a:pt x="1084" y="1"/>
                  </a:cubicBezTo>
                  <a:lnTo>
                    <a:pt x="12483" y="1"/>
                  </a:lnTo>
                  <a:cubicBezTo>
                    <a:pt x="13077" y="1"/>
                    <a:pt x="13567" y="491"/>
                    <a:pt x="13567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1736;p33">
              <a:extLst>
                <a:ext uri="{FF2B5EF4-FFF2-40B4-BE49-F238E27FC236}">
                  <a16:creationId xmlns:a16="http://schemas.microsoft.com/office/drawing/2014/main" id="{3C09BDD6-11DC-068C-FDA7-0249343893CE}"/>
                </a:ext>
              </a:extLst>
            </p:cNvPr>
            <p:cNvSpPr/>
            <p:nvPr/>
          </p:nvSpPr>
          <p:spPr>
            <a:xfrm>
              <a:off x="2731274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4" y="698"/>
                    <a:pt x="477" y="880"/>
                  </a:cubicBezTo>
                  <a:cubicBezTo>
                    <a:pt x="365" y="490"/>
                    <a:pt x="0" y="464"/>
                    <a:pt x="0" y="464"/>
                  </a:cubicBezTo>
                  <a:cubicBezTo>
                    <a:pt x="291" y="408"/>
                    <a:pt x="417" y="187"/>
                    <a:pt x="469" y="0"/>
                  </a:cubicBezTo>
                  <a:cubicBezTo>
                    <a:pt x="586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1737;p33">
              <a:extLst>
                <a:ext uri="{FF2B5EF4-FFF2-40B4-BE49-F238E27FC236}">
                  <a16:creationId xmlns:a16="http://schemas.microsoft.com/office/drawing/2014/main" id="{54296550-C025-1474-950A-AE0EC1E6BF36}"/>
                </a:ext>
              </a:extLst>
            </p:cNvPr>
            <p:cNvSpPr/>
            <p:nvPr/>
          </p:nvSpPr>
          <p:spPr>
            <a:xfrm>
              <a:off x="2815432" y="2111533"/>
              <a:ext cx="57851" cy="53804"/>
            </a:xfrm>
            <a:custGeom>
              <a:avLst/>
              <a:gdLst/>
              <a:ahLst/>
              <a:cxnLst/>
              <a:rect l="l" t="t" r="r" b="b"/>
              <a:pathLst>
                <a:path w="486" h="452" extrusionOk="0">
                  <a:moveTo>
                    <a:pt x="486" y="217"/>
                  </a:moveTo>
                  <a:cubicBezTo>
                    <a:pt x="338" y="243"/>
                    <a:pt x="273" y="360"/>
                    <a:pt x="247" y="451"/>
                  </a:cubicBezTo>
                  <a:cubicBezTo>
                    <a:pt x="187" y="252"/>
                    <a:pt x="0" y="239"/>
                    <a:pt x="0" y="239"/>
                  </a:cubicBezTo>
                  <a:cubicBezTo>
                    <a:pt x="148" y="208"/>
                    <a:pt x="213" y="96"/>
                    <a:pt x="243" y="0"/>
                  </a:cubicBezTo>
                  <a:cubicBezTo>
                    <a:pt x="299" y="200"/>
                    <a:pt x="486" y="217"/>
                    <a:pt x="486" y="2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1738;p33">
              <a:extLst>
                <a:ext uri="{FF2B5EF4-FFF2-40B4-BE49-F238E27FC236}">
                  <a16:creationId xmlns:a16="http://schemas.microsoft.com/office/drawing/2014/main" id="{1D6AF435-E47E-73E1-D0CA-25CF0B7720D7}"/>
                </a:ext>
              </a:extLst>
            </p:cNvPr>
            <p:cNvSpPr/>
            <p:nvPr/>
          </p:nvSpPr>
          <p:spPr>
            <a:xfrm>
              <a:off x="2719966" y="2059872"/>
              <a:ext cx="32020" cy="32139"/>
            </a:xfrm>
            <a:custGeom>
              <a:avLst/>
              <a:gdLst/>
              <a:ahLst/>
              <a:cxnLst/>
              <a:rect l="l" t="t" r="r" b="b"/>
              <a:pathLst>
                <a:path w="269" h="270" extrusionOk="0">
                  <a:moveTo>
                    <a:pt x="269" y="135"/>
                  </a:moveTo>
                  <a:cubicBezTo>
                    <a:pt x="269" y="209"/>
                    <a:pt x="208" y="269"/>
                    <a:pt x="134" y="269"/>
                  </a:cubicBezTo>
                  <a:cubicBezTo>
                    <a:pt x="56" y="269"/>
                    <a:pt x="0" y="209"/>
                    <a:pt x="0" y="135"/>
                  </a:cubicBezTo>
                  <a:cubicBezTo>
                    <a:pt x="0" y="61"/>
                    <a:pt x="56" y="1"/>
                    <a:pt x="134" y="1"/>
                  </a:cubicBezTo>
                  <a:cubicBezTo>
                    <a:pt x="208" y="1"/>
                    <a:pt x="269" y="61"/>
                    <a:pt x="269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1739;p33">
              <a:extLst>
                <a:ext uri="{FF2B5EF4-FFF2-40B4-BE49-F238E27FC236}">
                  <a16:creationId xmlns:a16="http://schemas.microsoft.com/office/drawing/2014/main" id="{6F8BFA7A-74A2-E7BE-6A08-5FA85B374313}"/>
                </a:ext>
              </a:extLst>
            </p:cNvPr>
            <p:cNvSpPr/>
            <p:nvPr/>
          </p:nvSpPr>
          <p:spPr>
            <a:xfrm>
              <a:off x="2627000" y="1925720"/>
              <a:ext cx="32616" cy="32616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274" y="135"/>
                  </a:moveTo>
                  <a:cubicBezTo>
                    <a:pt x="274" y="213"/>
                    <a:pt x="213" y="273"/>
                    <a:pt x="135" y="273"/>
                  </a:cubicBezTo>
                  <a:cubicBezTo>
                    <a:pt x="61" y="273"/>
                    <a:pt x="1" y="213"/>
                    <a:pt x="1" y="135"/>
                  </a:cubicBezTo>
                  <a:cubicBezTo>
                    <a:pt x="1" y="61"/>
                    <a:pt x="61" y="0"/>
                    <a:pt x="135" y="0"/>
                  </a:cubicBezTo>
                  <a:cubicBezTo>
                    <a:pt x="213" y="0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1740;p33">
              <a:extLst>
                <a:ext uri="{FF2B5EF4-FFF2-40B4-BE49-F238E27FC236}">
                  <a16:creationId xmlns:a16="http://schemas.microsoft.com/office/drawing/2014/main" id="{972E5497-FA49-BE0F-9728-09972C5631D6}"/>
                </a:ext>
              </a:extLst>
            </p:cNvPr>
            <p:cNvSpPr/>
            <p:nvPr/>
          </p:nvSpPr>
          <p:spPr>
            <a:xfrm>
              <a:off x="2005638" y="4041201"/>
              <a:ext cx="522445" cy="162126"/>
            </a:xfrm>
            <a:custGeom>
              <a:avLst/>
              <a:gdLst/>
              <a:ahLst/>
              <a:cxnLst/>
              <a:rect l="l" t="t" r="r" b="b"/>
              <a:pathLst>
                <a:path w="4389" h="1362" extrusionOk="0">
                  <a:moveTo>
                    <a:pt x="4388" y="1067"/>
                  </a:moveTo>
                  <a:cubicBezTo>
                    <a:pt x="4388" y="1227"/>
                    <a:pt x="4258" y="1362"/>
                    <a:pt x="4098" y="1362"/>
                  </a:cubicBezTo>
                  <a:lnTo>
                    <a:pt x="295" y="1362"/>
                  </a:lnTo>
                  <a:cubicBezTo>
                    <a:pt x="135" y="1362"/>
                    <a:pt x="0" y="1227"/>
                    <a:pt x="0" y="1067"/>
                  </a:cubicBezTo>
                  <a:lnTo>
                    <a:pt x="0" y="291"/>
                  </a:lnTo>
                  <a:cubicBezTo>
                    <a:pt x="0" y="130"/>
                    <a:pt x="135" y="0"/>
                    <a:pt x="295" y="0"/>
                  </a:cubicBezTo>
                  <a:lnTo>
                    <a:pt x="4098" y="0"/>
                  </a:lnTo>
                  <a:cubicBezTo>
                    <a:pt x="4258" y="0"/>
                    <a:pt x="4388" y="130"/>
                    <a:pt x="4388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1741;p33">
              <a:extLst>
                <a:ext uri="{FF2B5EF4-FFF2-40B4-BE49-F238E27FC236}">
                  <a16:creationId xmlns:a16="http://schemas.microsoft.com/office/drawing/2014/main" id="{8D535B1A-80AF-828F-A2D7-33363BCF2707}"/>
                </a:ext>
              </a:extLst>
            </p:cNvPr>
            <p:cNvSpPr/>
            <p:nvPr/>
          </p:nvSpPr>
          <p:spPr>
            <a:xfrm>
              <a:off x="2124792" y="4087624"/>
              <a:ext cx="71421" cy="72373"/>
            </a:xfrm>
            <a:custGeom>
              <a:avLst/>
              <a:gdLst/>
              <a:ahLst/>
              <a:cxnLst/>
              <a:rect l="l" t="t" r="r" b="b"/>
              <a:pathLst>
                <a:path w="600" h="608" extrusionOk="0">
                  <a:moveTo>
                    <a:pt x="599" y="1"/>
                  </a:moveTo>
                  <a:lnTo>
                    <a:pt x="599" y="608"/>
                  </a:lnTo>
                  <a:lnTo>
                    <a:pt x="430" y="608"/>
                  </a:lnTo>
                  <a:lnTo>
                    <a:pt x="200" y="334"/>
                  </a:lnTo>
                  <a:lnTo>
                    <a:pt x="200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170" y="1"/>
                  </a:lnTo>
                  <a:lnTo>
                    <a:pt x="400" y="278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1742;p33">
              <a:extLst>
                <a:ext uri="{FF2B5EF4-FFF2-40B4-BE49-F238E27FC236}">
                  <a16:creationId xmlns:a16="http://schemas.microsoft.com/office/drawing/2014/main" id="{10262E6B-CC3E-BB0F-6662-1947398E87D9}"/>
                </a:ext>
              </a:extLst>
            </p:cNvPr>
            <p:cNvSpPr/>
            <p:nvPr/>
          </p:nvSpPr>
          <p:spPr>
            <a:xfrm>
              <a:off x="2207997" y="4087624"/>
              <a:ext cx="59875" cy="72373"/>
            </a:xfrm>
            <a:custGeom>
              <a:avLst/>
              <a:gdLst/>
              <a:ahLst/>
              <a:cxnLst/>
              <a:rect l="l" t="t" r="r" b="b"/>
              <a:pathLst>
                <a:path w="503" h="608" extrusionOk="0">
                  <a:moveTo>
                    <a:pt x="503" y="456"/>
                  </a:moveTo>
                  <a:lnTo>
                    <a:pt x="503" y="608"/>
                  </a:lnTo>
                  <a:lnTo>
                    <a:pt x="0" y="608"/>
                  </a:lnTo>
                  <a:lnTo>
                    <a:pt x="0" y="1"/>
                  </a:lnTo>
                  <a:lnTo>
                    <a:pt x="494" y="1"/>
                  </a:lnTo>
                  <a:lnTo>
                    <a:pt x="494" y="157"/>
                  </a:lnTo>
                  <a:lnTo>
                    <a:pt x="204" y="157"/>
                  </a:lnTo>
                  <a:lnTo>
                    <a:pt x="204" y="226"/>
                  </a:lnTo>
                  <a:lnTo>
                    <a:pt x="460" y="226"/>
                  </a:lnTo>
                  <a:lnTo>
                    <a:pt x="460" y="373"/>
                  </a:lnTo>
                  <a:lnTo>
                    <a:pt x="204" y="373"/>
                  </a:lnTo>
                  <a:lnTo>
                    <a:pt x="204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1743;p33">
              <a:extLst>
                <a:ext uri="{FF2B5EF4-FFF2-40B4-BE49-F238E27FC236}">
                  <a16:creationId xmlns:a16="http://schemas.microsoft.com/office/drawing/2014/main" id="{0BFE8292-3C8C-E1B8-8EB5-3F15493A8261}"/>
                </a:ext>
              </a:extLst>
            </p:cNvPr>
            <p:cNvSpPr/>
            <p:nvPr/>
          </p:nvSpPr>
          <p:spPr>
            <a:xfrm>
              <a:off x="2270371" y="4087624"/>
              <a:ext cx="80111" cy="72373"/>
            </a:xfrm>
            <a:custGeom>
              <a:avLst/>
              <a:gdLst/>
              <a:ahLst/>
              <a:cxnLst/>
              <a:rect l="l" t="t" r="r" b="b"/>
              <a:pathLst>
                <a:path w="673" h="608" extrusionOk="0">
                  <a:moveTo>
                    <a:pt x="439" y="608"/>
                  </a:moveTo>
                  <a:lnTo>
                    <a:pt x="335" y="447"/>
                  </a:lnTo>
                  <a:lnTo>
                    <a:pt x="235" y="608"/>
                  </a:lnTo>
                  <a:lnTo>
                    <a:pt x="1" y="608"/>
                  </a:lnTo>
                  <a:lnTo>
                    <a:pt x="217" y="304"/>
                  </a:lnTo>
                  <a:lnTo>
                    <a:pt x="9" y="1"/>
                  </a:lnTo>
                  <a:lnTo>
                    <a:pt x="239" y="1"/>
                  </a:lnTo>
                  <a:lnTo>
                    <a:pt x="339" y="157"/>
                  </a:lnTo>
                  <a:lnTo>
                    <a:pt x="443" y="1"/>
                  </a:lnTo>
                  <a:lnTo>
                    <a:pt x="660" y="1"/>
                  </a:lnTo>
                  <a:lnTo>
                    <a:pt x="452" y="295"/>
                  </a:lnTo>
                  <a:lnTo>
                    <a:pt x="673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1744;p33">
              <a:extLst>
                <a:ext uri="{FF2B5EF4-FFF2-40B4-BE49-F238E27FC236}">
                  <a16:creationId xmlns:a16="http://schemas.microsoft.com/office/drawing/2014/main" id="{41951E9F-54E4-1962-55EC-3D1595477644}"/>
                </a:ext>
              </a:extLst>
            </p:cNvPr>
            <p:cNvSpPr/>
            <p:nvPr/>
          </p:nvSpPr>
          <p:spPr>
            <a:xfrm>
              <a:off x="2347268" y="4087624"/>
              <a:ext cx="66660" cy="72373"/>
            </a:xfrm>
            <a:custGeom>
              <a:avLst/>
              <a:gdLst/>
              <a:ahLst/>
              <a:cxnLst/>
              <a:rect l="l" t="t" r="r" b="b"/>
              <a:pathLst>
                <a:path w="560" h="608" extrusionOk="0">
                  <a:moveTo>
                    <a:pt x="178" y="161"/>
                  </a:moveTo>
                  <a:lnTo>
                    <a:pt x="1" y="161"/>
                  </a:lnTo>
                  <a:lnTo>
                    <a:pt x="1" y="1"/>
                  </a:lnTo>
                  <a:lnTo>
                    <a:pt x="560" y="1"/>
                  </a:lnTo>
                  <a:lnTo>
                    <a:pt x="560" y="161"/>
                  </a:lnTo>
                  <a:lnTo>
                    <a:pt x="382" y="161"/>
                  </a:lnTo>
                  <a:lnTo>
                    <a:pt x="382" y="608"/>
                  </a:lnTo>
                  <a:lnTo>
                    <a:pt x="178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1745;p33">
              <a:extLst>
                <a:ext uri="{FF2B5EF4-FFF2-40B4-BE49-F238E27FC236}">
                  <a16:creationId xmlns:a16="http://schemas.microsoft.com/office/drawing/2014/main" id="{734A93EB-9CE8-1476-D9DD-42CE5302E004}"/>
                </a:ext>
              </a:extLst>
            </p:cNvPr>
            <p:cNvSpPr/>
            <p:nvPr/>
          </p:nvSpPr>
          <p:spPr>
            <a:xfrm>
              <a:off x="1659842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7913"/>
                    <a:pt x="7913" y="10194"/>
                    <a:pt x="5099" y="10194"/>
                  </a:cubicBezTo>
                  <a:cubicBezTo>
                    <a:pt x="2281" y="10194"/>
                    <a:pt x="0" y="7913"/>
                    <a:pt x="0" y="5099"/>
                  </a:cubicBezTo>
                  <a:cubicBezTo>
                    <a:pt x="0" y="2281"/>
                    <a:pt x="2281" y="0"/>
                    <a:pt x="5099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1746;p33">
              <a:extLst>
                <a:ext uri="{FF2B5EF4-FFF2-40B4-BE49-F238E27FC236}">
                  <a16:creationId xmlns:a16="http://schemas.microsoft.com/office/drawing/2014/main" id="{6C7F4DDB-B2A8-AB6C-3A97-43FF82EF4ED5}"/>
                </a:ext>
              </a:extLst>
            </p:cNvPr>
            <p:cNvSpPr/>
            <p:nvPr/>
          </p:nvSpPr>
          <p:spPr>
            <a:xfrm>
              <a:off x="2617239" y="1471008"/>
              <a:ext cx="99751" cy="79634"/>
            </a:xfrm>
            <a:custGeom>
              <a:avLst/>
              <a:gdLst/>
              <a:ahLst/>
              <a:cxnLst/>
              <a:rect l="l" t="t" r="r" b="b"/>
              <a:pathLst>
                <a:path w="838" h="669" extrusionOk="0">
                  <a:moveTo>
                    <a:pt x="416" y="1"/>
                  </a:moveTo>
                  <a:cubicBezTo>
                    <a:pt x="256" y="1"/>
                    <a:pt x="104" y="70"/>
                    <a:pt x="0" y="178"/>
                  </a:cubicBezTo>
                  <a:lnTo>
                    <a:pt x="61" y="239"/>
                  </a:lnTo>
                  <a:cubicBezTo>
                    <a:pt x="152" y="148"/>
                    <a:pt x="278" y="92"/>
                    <a:pt x="416" y="92"/>
                  </a:cubicBezTo>
                  <a:cubicBezTo>
                    <a:pt x="555" y="92"/>
                    <a:pt x="685" y="148"/>
                    <a:pt x="776" y="239"/>
                  </a:cubicBezTo>
                  <a:lnTo>
                    <a:pt x="837" y="178"/>
                  </a:lnTo>
                  <a:cubicBezTo>
                    <a:pt x="729" y="70"/>
                    <a:pt x="581" y="1"/>
                    <a:pt x="416" y="1"/>
                  </a:cubicBezTo>
                  <a:close/>
                  <a:moveTo>
                    <a:pt x="122" y="300"/>
                  </a:moveTo>
                  <a:lnTo>
                    <a:pt x="182" y="360"/>
                  </a:lnTo>
                  <a:cubicBezTo>
                    <a:pt x="243" y="300"/>
                    <a:pt x="325" y="265"/>
                    <a:pt x="416" y="265"/>
                  </a:cubicBezTo>
                  <a:cubicBezTo>
                    <a:pt x="508" y="265"/>
                    <a:pt x="594" y="300"/>
                    <a:pt x="655" y="360"/>
                  </a:cubicBezTo>
                  <a:lnTo>
                    <a:pt x="716" y="300"/>
                  </a:lnTo>
                  <a:cubicBezTo>
                    <a:pt x="638" y="222"/>
                    <a:pt x="534" y="174"/>
                    <a:pt x="416" y="174"/>
                  </a:cubicBezTo>
                  <a:cubicBezTo>
                    <a:pt x="304" y="174"/>
                    <a:pt x="195" y="222"/>
                    <a:pt x="122" y="300"/>
                  </a:cubicBezTo>
                  <a:close/>
                  <a:moveTo>
                    <a:pt x="256" y="434"/>
                  </a:moveTo>
                  <a:lnTo>
                    <a:pt x="317" y="495"/>
                  </a:lnTo>
                  <a:cubicBezTo>
                    <a:pt x="343" y="473"/>
                    <a:pt x="377" y="456"/>
                    <a:pt x="416" y="456"/>
                  </a:cubicBezTo>
                  <a:cubicBezTo>
                    <a:pt x="456" y="456"/>
                    <a:pt x="490" y="473"/>
                    <a:pt x="516" y="495"/>
                  </a:cubicBezTo>
                  <a:lnTo>
                    <a:pt x="581" y="434"/>
                  </a:lnTo>
                  <a:cubicBezTo>
                    <a:pt x="538" y="395"/>
                    <a:pt x="482" y="369"/>
                    <a:pt x="416" y="369"/>
                  </a:cubicBezTo>
                  <a:cubicBezTo>
                    <a:pt x="356" y="369"/>
                    <a:pt x="299" y="395"/>
                    <a:pt x="256" y="434"/>
                  </a:cubicBezTo>
                  <a:close/>
                  <a:moveTo>
                    <a:pt x="416" y="525"/>
                  </a:moveTo>
                  <a:cubicBezTo>
                    <a:pt x="377" y="525"/>
                    <a:pt x="347" y="555"/>
                    <a:pt x="347" y="595"/>
                  </a:cubicBezTo>
                  <a:cubicBezTo>
                    <a:pt x="347" y="634"/>
                    <a:pt x="377" y="668"/>
                    <a:pt x="416" y="668"/>
                  </a:cubicBezTo>
                  <a:cubicBezTo>
                    <a:pt x="456" y="668"/>
                    <a:pt x="490" y="634"/>
                    <a:pt x="490" y="595"/>
                  </a:cubicBezTo>
                  <a:cubicBezTo>
                    <a:pt x="490" y="555"/>
                    <a:pt x="456" y="525"/>
                    <a:pt x="416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1747;p33">
              <a:extLst>
                <a:ext uri="{FF2B5EF4-FFF2-40B4-BE49-F238E27FC236}">
                  <a16:creationId xmlns:a16="http://schemas.microsoft.com/office/drawing/2014/main" id="{4BDD5B1F-01DD-A34E-816D-16AC3576FA1D}"/>
                </a:ext>
              </a:extLst>
            </p:cNvPr>
            <p:cNvSpPr/>
            <p:nvPr/>
          </p:nvSpPr>
          <p:spPr>
            <a:xfrm>
              <a:off x="2504751" y="1482912"/>
              <a:ext cx="88324" cy="64636"/>
            </a:xfrm>
            <a:custGeom>
              <a:avLst/>
              <a:gdLst/>
              <a:ahLst/>
              <a:cxnLst/>
              <a:rect l="l" t="t" r="r" b="b"/>
              <a:pathLst>
                <a:path w="742" h="543" extrusionOk="0">
                  <a:moveTo>
                    <a:pt x="0" y="542"/>
                  </a:moveTo>
                  <a:lnTo>
                    <a:pt x="87" y="542"/>
                  </a:lnTo>
                  <a:lnTo>
                    <a:pt x="87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2" y="542"/>
                  </a:lnTo>
                  <a:lnTo>
                    <a:pt x="252" y="299"/>
                  </a:lnTo>
                  <a:lnTo>
                    <a:pt x="165" y="299"/>
                  </a:lnTo>
                  <a:close/>
                  <a:moveTo>
                    <a:pt x="325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25" y="200"/>
                  </a:lnTo>
                  <a:close/>
                  <a:moveTo>
                    <a:pt x="490" y="542"/>
                  </a:moveTo>
                  <a:lnTo>
                    <a:pt x="577" y="542"/>
                  </a:lnTo>
                  <a:lnTo>
                    <a:pt x="577" y="100"/>
                  </a:lnTo>
                  <a:lnTo>
                    <a:pt x="490" y="100"/>
                  </a:lnTo>
                  <a:close/>
                  <a:moveTo>
                    <a:pt x="655" y="542"/>
                  </a:moveTo>
                  <a:lnTo>
                    <a:pt x="741" y="542"/>
                  </a:lnTo>
                  <a:lnTo>
                    <a:pt x="741" y="0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1748;p33">
              <a:extLst>
                <a:ext uri="{FF2B5EF4-FFF2-40B4-BE49-F238E27FC236}">
                  <a16:creationId xmlns:a16="http://schemas.microsoft.com/office/drawing/2014/main" id="{182468D3-0B97-1590-6C06-F4F828DACEEA}"/>
                </a:ext>
              </a:extLst>
            </p:cNvPr>
            <p:cNvSpPr/>
            <p:nvPr/>
          </p:nvSpPr>
          <p:spPr>
            <a:xfrm>
              <a:off x="2743178" y="1485412"/>
              <a:ext cx="132724" cy="63684"/>
            </a:xfrm>
            <a:custGeom>
              <a:avLst/>
              <a:gdLst/>
              <a:ahLst/>
              <a:cxnLst/>
              <a:rect l="l" t="t" r="r" b="b"/>
              <a:pathLst>
                <a:path w="1115" h="535" extrusionOk="0">
                  <a:moveTo>
                    <a:pt x="1041" y="417"/>
                  </a:moveTo>
                  <a:cubicBezTo>
                    <a:pt x="1041" y="469"/>
                    <a:pt x="997" y="508"/>
                    <a:pt x="945" y="508"/>
                  </a:cubicBezTo>
                  <a:lnTo>
                    <a:pt x="117" y="508"/>
                  </a:lnTo>
                  <a:cubicBezTo>
                    <a:pt x="65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5" y="23"/>
                    <a:pt x="117" y="23"/>
                  </a:cubicBezTo>
                  <a:lnTo>
                    <a:pt x="945" y="23"/>
                  </a:lnTo>
                  <a:cubicBezTo>
                    <a:pt x="997" y="23"/>
                    <a:pt x="1041" y="66"/>
                    <a:pt x="1041" y="118"/>
                  </a:cubicBezTo>
                  <a:close/>
                  <a:moveTo>
                    <a:pt x="1062" y="196"/>
                  </a:moveTo>
                  <a:lnTo>
                    <a:pt x="1062" y="118"/>
                  </a:lnTo>
                  <a:cubicBezTo>
                    <a:pt x="1062" y="53"/>
                    <a:pt x="1010" y="1"/>
                    <a:pt x="945" y="1"/>
                  </a:cubicBezTo>
                  <a:lnTo>
                    <a:pt x="117" y="1"/>
                  </a:lnTo>
                  <a:cubicBezTo>
                    <a:pt x="52" y="1"/>
                    <a:pt x="0" y="53"/>
                    <a:pt x="0" y="118"/>
                  </a:cubicBezTo>
                  <a:lnTo>
                    <a:pt x="0" y="417"/>
                  </a:lnTo>
                  <a:cubicBezTo>
                    <a:pt x="0" y="478"/>
                    <a:pt x="52" y="534"/>
                    <a:pt x="117" y="534"/>
                  </a:cubicBezTo>
                  <a:lnTo>
                    <a:pt x="945" y="534"/>
                  </a:lnTo>
                  <a:cubicBezTo>
                    <a:pt x="1010" y="534"/>
                    <a:pt x="1062" y="478"/>
                    <a:pt x="1062" y="417"/>
                  </a:cubicBezTo>
                  <a:lnTo>
                    <a:pt x="1062" y="335"/>
                  </a:lnTo>
                  <a:lnTo>
                    <a:pt x="1114" y="335"/>
                  </a:lnTo>
                  <a:lnTo>
                    <a:pt x="1114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1749;p33">
              <a:extLst>
                <a:ext uri="{FF2B5EF4-FFF2-40B4-BE49-F238E27FC236}">
                  <a16:creationId xmlns:a16="http://schemas.microsoft.com/office/drawing/2014/main" id="{B75BEB0C-8257-1D94-C76B-395E158258D6}"/>
                </a:ext>
              </a:extLst>
            </p:cNvPr>
            <p:cNvSpPr/>
            <p:nvPr/>
          </p:nvSpPr>
          <p:spPr>
            <a:xfrm>
              <a:off x="1663413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27" y="70"/>
                    <a:pt x="88" y="122"/>
                    <a:pt x="88" y="230"/>
                  </a:cubicBezTo>
                  <a:cubicBezTo>
                    <a:pt x="88" y="338"/>
                    <a:pt x="127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1750;p33">
              <a:extLst>
                <a:ext uri="{FF2B5EF4-FFF2-40B4-BE49-F238E27FC236}">
                  <a16:creationId xmlns:a16="http://schemas.microsoft.com/office/drawing/2014/main" id="{E74967FD-2C38-8E07-1720-2B3DA5D42FB0}"/>
                </a:ext>
              </a:extLst>
            </p:cNvPr>
            <p:cNvSpPr/>
            <p:nvPr/>
          </p:nvSpPr>
          <p:spPr>
            <a:xfrm>
              <a:off x="1720787" y="1482912"/>
              <a:ext cx="43924" cy="55351"/>
            </a:xfrm>
            <a:custGeom>
              <a:avLst/>
              <a:gdLst/>
              <a:ahLst/>
              <a:cxnLst/>
              <a:rect l="l" t="t" r="r" b="b"/>
              <a:pathLst>
                <a:path w="369" h="465" extrusionOk="0">
                  <a:moveTo>
                    <a:pt x="100" y="126"/>
                  </a:moveTo>
                  <a:cubicBezTo>
                    <a:pt x="100" y="165"/>
                    <a:pt x="130" y="191"/>
                    <a:pt x="187" y="191"/>
                  </a:cubicBezTo>
                  <a:cubicBezTo>
                    <a:pt x="239" y="191"/>
                    <a:pt x="269" y="165"/>
                    <a:pt x="269" y="126"/>
                  </a:cubicBezTo>
                  <a:cubicBezTo>
                    <a:pt x="269" y="87"/>
                    <a:pt x="234" y="65"/>
                    <a:pt x="187" y="65"/>
                  </a:cubicBezTo>
                  <a:cubicBezTo>
                    <a:pt x="135" y="65"/>
                    <a:pt x="100" y="87"/>
                    <a:pt x="100" y="126"/>
                  </a:cubicBezTo>
                  <a:close/>
                  <a:moveTo>
                    <a:pt x="286" y="325"/>
                  </a:moveTo>
                  <a:cubicBezTo>
                    <a:pt x="286" y="282"/>
                    <a:pt x="247" y="252"/>
                    <a:pt x="187" y="252"/>
                  </a:cubicBezTo>
                  <a:cubicBezTo>
                    <a:pt x="122" y="252"/>
                    <a:pt x="87" y="282"/>
                    <a:pt x="87" y="325"/>
                  </a:cubicBezTo>
                  <a:cubicBezTo>
                    <a:pt x="87" y="369"/>
                    <a:pt x="122" y="399"/>
                    <a:pt x="187" y="399"/>
                  </a:cubicBezTo>
                  <a:cubicBezTo>
                    <a:pt x="247" y="399"/>
                    <a:pt x="286" y="369"/>
                    <a:pt x="286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7" y="464"/>
                  </a:cubicBezTo>
                  <a:cubicBezTo>
                    <a:pt x="74" y="464"/>
                    <a:pt x="0" y="412"/>
                    <a:pt x="0" y="325"/>
                  </a:cubicBezTo>
                  <a:cubicBezTo>
                    <a:pt x="0" y="278"/>
                    <a:pt x="26" y="239"/>
                    <a:pt x="74" y="221"/>
                  </a:cubicBezTo>
                  <a:cubicBezTo>
                    <a:pt x="35" y="200"/>
                    <a:pt x="17" y="165"/>
                    <a:pt x="17" y="126"/>
                  </a:cubicBezTo>
                  <a:cubicBezTo>
                    <a:pt x="17" y="48"/>
                    <a:pt x="82" y="0"/>
                    <a:pt x="187" y="0"/>
                  </a:cubicBezTo>
                  <a:cubicBezTo>
                    <a:pt x="286" y="0"/>
                    <a:pt x="356" y="48"/>
                    <a:pt x="356" y="126"/>
                  </a:cubicBezTo>
                  <a:cubicBezTo>
                    <a:pt x="356" y="165"/>
                    <a:pt x="334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1751;p33">
              <a:extLst>
                <a:ext uri="{FF2B5EF4-FFF2-40B4-BE49-F238E27FC236}">
                  <a16:creationId xmlns:a16="http://schemas.microsoft.com/office/drawing/2014/main" id="{FB617F07-017B-2F15-2E6F-F360E26721F4}"/>
                </a:ext>
              </a:extLst>
            </p:cNvPr>
            <p:cNvSpPr/>
            <p:nvPr/>
          </p:nvSpPr>
          <p:spPr>
            <a:xfrm>
              <a:off x="1776496" y="1495768"/>
              <a:ext cx="12975" cy="41900"/>
            </a:xfrm>
            <a:custGeom>
              <a:avLst/>
              <a:gdLst/>
              <a:ahLst/>
              <a:cxnLst/>
              <a:rect l="l" t="t" r="r" b="b"/>
              <a:pathLst>
                <a:path w="109" h="352" extrusionOk="0">
                  <a:moveTo>
                    <a:pt x="0" y="300"/>
                  </a:moveTo>
                  <a:cubicBezTo>
                    <a:pt x="0" y="269"/>
                    <a:pt x="26" y="248"/>
                    <a:pt x="57" y="248"/>
                  </a:cubicBezTo>
                  <a:cubicBezTo>
                    <a:pt x="83" y="248"/>
                    <a:pt x="109" y="269"/>
                    <a:pt x="109" y="300"/>
                  </a:cubicBezTo>
                  <a:cubicBezTo>
                    <a:pt x="109" y="330"/>
                    <a:pt x="83" y="352"/>
                    <a:pt x="57" y="352"/>
                  </a:cubicBezTo>
                  <a:cubicBezTo>
                    <a:pt x="26" y="352"/>
                    <a:pt x="0" y="330"/>
                    <a:pt x="0" y="300"/>
                  </a:cubicBezTo>
                  <a:close/>
                  <a:moveTo>
                    <a:pt x="0" y="53"/>
                  </a:moveTo>
                  <a:cubicBezTo>
                    <a:pt x="0" y="22"/>
                    <a:pt x="26" y="1"/>
                    <a:pt x="57" y="1"/>
                  </a:cubicBezTo>
                  <a:cubicBezTo>
                    <a:pt x="83" y="1"/>
                    <a:pt x="109" y="22"/>
                    <a:pt x="109" y="53"/>
                  </a:cubicBezTo>
                  <a:cubicBezTo>
                    <a:pt x="109" y="83"/>
                    <a:pt x="83" y="109"/>
                    <a:pt x="57" y="109"/>
                  </a:cubicBezTo>
                  <a:cubicBezTo>
                    <a:pt x="26" y="109"/>
                    <a:pt x="0" y="83"/>
                    <a:pt x="0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1752;p33">
              <a:extLst>
                <a:ext uri="{FF2B5EF4-FFF2-40B4-BE49-F238E27FC236}">
                  <a16:creationId xmlns:a16="http://schemas.microsoft.com/office/drawing/2014/main" id="{1B7A38D5-E26D-4702-B2A6-C016C613A9EA}"/>
                </a:ext>
              </a:extLst>
            </p:cNvPr>
            <p:cNvSpPr/>
            <p:nvPr/>
          </p:nvSpPr>
          <p:spPr>
            <a:xfrm>
              <a:off x="1801731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1" y="230"/>
                  </a:moveTo>
                  <a:cubicBezTo>
                    <a:pt x="291" y="122"/>
                    <a:pt x="248" y="70"/>
                    <a:pt x="187" y="70"/>
                  </a:cubicBezTo>
                  <a:cubicBezTo>
                    <a:pt x="127" y="70"/>
                    <a:pt x="83" y="122"/>
                    <a:pt x="83" y="230"/>
                  </a:cubicBezTo>
                  <a:cubicBezTo>
                    <a:pt x="83" y="338"/>
                    <a:pt x="127" y="390"/>
                    <a:pt x="187" y="390"/>
                  </a:cubicBezTo>
                  <a:cubicBezTo>
                    <a:pt x="248" y="390"/>
                    <a:pt x="291" y="338"/>
                    <a:pt x="291" y="230"/>
                  </a:cubicBezTo>
                  <a:close/>
                  <a:moveTo>
                    <a:pt x="1" y="230"/>
                  </a:moveTo>
                  <a:cubicBezTo>
                    <a:pt x="1" y="83"/>
                    <a:pt x="79" y="0"/>
                    <a:pt x="187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87" y="464"/>
                  </a:cubicBezTo>
                  <a:cubicBezTo>
                    <a:pt x="79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1753;p33">
              <a:extLst>
                <a:ext uri="{FF2B5EF4-FFF2-40B4-BE49-F238E27FC236}">
                  <a16:creationId xmlns:a16="http://schemas.microsoft.com/office/drawing/2014/main" id="{F642CB53-9DBD-37EB-0386-EB3D3F959AA9}"/>
                </a:ext>
              </a:extLst>
            </p:cNvPr>
            <p:cNvSpPr/>
            <p:nvPr/>
          </p:nvSpPr>
          <p:spPr>
            <a:xfrm>
              <a:off x="1859106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5" y="230"/>
                  </a:moveTo>
                  <a:cubicBezTo>
                    <a:pt x="295" y="122"/>
                    <a:pt x="252" y="70"/>
                    <a:pt x="191" y="70"/>
                  </a:cubicBezTo>
                  <a:cubicBezTo>
                    <a:pt x="126" y="70"/>
                    <a:pt x="87" y="122"/>
                    <a:pt x="87" y="230"/>
                  </a:cubicBezTo>
                  <a:cubicBezTo>
                    <a:pt x="87" y="338"/>
                    <a:pt x="126" y="390"/>
                    <a:pt x="191" y="390"/>
                  </a:cubicBezTo>
                  <a:cubicBezTo>
                    <a:pt x="252" y="390"/>
                    <a:pt x="295" y="338"/>
                    <a:pt x="295" y="230"/>
                  </a:cubicBezTo>
                  <a:close/>
                  <a:moveTo>
                    <a:pt x="0" y="230"/>
                  </a:moveTo>
                  <a:cubicBezTo>
                    <a:pt x="0" y="83"/>
                    <a:pt x="82" y="0"/>
                    <a:pt x="191" y="0"/>
                  </a:cubicBezTo>
                  <a:cubicBezTo>
                    <a:pt x="299" y="0"/>
                    <a:pt x="377" y="83"/>
                    <a:pt x="377" y="230"/>
                  </a:cubicBezTo>
                  <a:cubicBezTo>
                    <a:pt x="377" y="377"/>
                    <a:pt x="299" y="464"/>
                    <a:pt x="191" y="464"/>
                  </a:cubicBezTo>
                  <a:cubicBezTo>
                    <a:pt x="82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1754;p33">
              <a:extLst>
                <a:ext uri="{FF2B5EF4-FFF2-40B4-BE49-F238E27FC236}">
                  <a16:creationId xmlns:a16="http://schemas.microsoft.com/office/drawing/2014/main" id="{B57310A1-E27C-659B-1B0A-9927C48066B8}"/>
                </a:ext>
              </a:extLst>
            </p:cNvPr>
            <p:cNvSpPr txBox="1"/>
            <p:nvPr/>
          </p:nvSpPr>
          <p:spPr>
            <a:xfrm>
              <a:off x="1459800" y="3263937"/>
              <a:ext cx="1614900" cy="726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Snap photo of purchased product as a record.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64" name="Google Shape;1755;p33">
            <a:extLst>
              <a:ext uri="{FF2B5EF4-FFF2-40B4-BE49-F238E27FC236}">
                <a16:creationId xmlns:a16="http://schemas.microsoft.com/office/drawing/2014/main" id="{BD4A700A-7B89-68AD-FCB1-DAAD5ED99234}"/>
              </a:ext>
            </a:extLst>
          </p:cNvPr>
          <p:cNvGrpSpPr/>
          <p:nvPr/>
        </p:nvGrpSpPr>
        <p:grpSpPr>
          <a:xfrm>
            <a:off x="734413" y="2715518"/>
            <a:ext cx="1941896" cy="2071045"/>
            <a:chOff x="3751950" y="1268650"/>
            <a:chExt cx="1614948" cy="3137048"/>
          </a:xfrm>
        </p:grpSpPr>
        <p:sp>
          <p:nvSpPr>
            <p:cNvPr id="2165" name="Google Shape;1756;p33">
              <a:extLst>
                <a:ext uri="{FF2B5EF4-FFF2-40B4-BE49-F238E27FC236}">
                  <a16:creationId xmlns:a16="http://schemas.microsoft.com/office/drawing/2014/main" id="{02045013-0C39-3F5E-7EBB-5BDDD6C1FC68}"/>
                </a:ext>
              </a:extLst>
            </p:cNvPr>
            <p:cNvSpPr/>
            <p:nvPr/>
          </p:nvSpPr>
          <p:spPr>
            <a:xfrm>
              <a:off x="3751950" y="1268650"/>
              <a:ext cx="1614948" cy="3137048"/>
            </a:xfrm>
            <a:custGeom>
              <a:avLst/>
              <a:gdLst/>
              <a:ahLst/>
              <a:cxnLst/>
              <a:rect l="l" t="t" r="r" b="b"/>
              <a:pathLst>
                <a:path w="13567" h="26354" extrusionOk="0">
                  <a:moveTo>
                    <a:pt x="13567" y="1085"/>
                  </a:moveTo>
                  <a:lnTo>
                    <a:pt x="13567" y="25269"/>
                  </a:lnTo>
                  <a:cubicBezTo>
                    <a:pt x="13567" y="25863"/>
                    <a:pt x="13077" y="26353"/>
                    <a:pt x="12483" y="26353"/>
                  </a:cubicBezTo>
                  <a:lnTo>
                    <a:pt x="1084" y="26353"/>
                  </a:lnTo>
                  <a:cubicBezTo>
                    <a:pt x="490" y="26353"/>
                    <a:pt x="0" y="25863"/>
                    <a:pt x="0" y="25269"/>
                  </a:cubicBezTo>
                  <a:lnTo>
                    <a:pt x="0" y="1085"/>
                  </a:lnTo>
                  <a:cubicBezTo>
                    <a:pt x="0" y="491"/>
                    <a:pt x="490" y="1"/>
                    <a:pt x="1084" y="1"/>
                  </a:cubicBezTo>
                  <a:lnTo>
                    <a:pt x="12483" y="1"/>
                  </a:lnTo>
                  <a:cubicBezTo>
                    <a:pt x="13077" y="1"/>
                    <a:pt x="13567" y="491"/>
                    <a:pt x="13567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6" name="Google Shape;1757;p33">
              <a:extLst>
                <a:ext uri="{FF2B5EF4-FFF2-40B4-BE49-F238E27FC236}">
                  <a16:creationId xmlns:a16="http://schemas.microsoft.com/office/drawing/2014/main" id="{E6A6F7C7-71BF-841B-D773-806344C096FE}"/>
                </a:ext>
              </a:extLst>
            </p:cNvPr>
            <p:cNvSpPr/>
            <p:nvPr/>
          </p:nvSpPr>
          <p:spPr>
            <a:xfrm>
              <a:off x="3952643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6257"/>
                    <a:pt x="9808" y="7323"/>
                    <a:pt x="9158" y="8177"/>
                  </a:cubicBezTo>
                  <a:cubicBezTo>
                    <a:pt x="8577" y="8945"/>
                    <a:pt x="7779" y="9543"/>
                    <a:pt x="6860" y="9881"/>
                  </a:cubicBezTo>
                  <a:cubicBezTo>
                    <a:pt x="6309" y="10085"/>
                    <a:pt x="5715" y="10194"/>
                    <a:pt x="5095" y="10194"/>
                  </a:cubicBezTo>
                  <a:cubicBezTo>
                    <a:pt x="4792" y="10194"/>
                    <a:pt x="4493" y="10168"/>
                    <a:pt x="4202" y="10115"/>
                  </a:cubicBezTo>
                  <a:cubicBezTo>
                    <a:pt x="3474" y="9990"/>
                    <a:pt x="2802" y="9708"/>
                    <a:pt x="2216" y="9305"/>
                  </a:cubicBezTo>
                  <a:cubicBezTo>
                    <a:pt x="877" y="8386"/>
                    <a:pt x="1" y="6846"/>
                    <a:pt x="1" y="5099"/>
                  </a:cubicBezTo>
                  <a:cubicBezTo>
                    <a:pt x="1" y="2281"/>
                    <a:pt x="2281" y="0"/>
                    <a:pt x="5095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1758;p33">
              <a:extLst>
                <a:ext uri="{FF2B5EF4-FFF2-40B4-BE49-F238E27FC236}">
                  <a16:creationId xmlns:a16="http://schemas.microsoft.com/office/drawing/2014/main" id="{AE88ACA5-0A90-894D-8AF4-6AE5B8C98856}"/>
                </a:ext>
              </a:extLst>
            </p:cNvPr>
            <p:cNvSpPr/>
            <p:nvPr/>
          </p:nvSpPr>
          <p:spPr>
            <a:xfrm>
              <a:off x="5023599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4" y="698"/>
                    <a:pt x="482" y="880"/>
                  </a:cubicBezTo>
                  <a:cubicBezTo>
                    <a:pt x="365" y="490"/>
                    <a:pt x="0" y="464"/>
                    <a:pt x="0" y="464"/>
                  </a:cubicBezTo>
                  <a:cubicBezTo>
                    <a:pt x="291" y="408"/>
                    <a:pt x="417" y="187"/>
                    <a:pt x="469" y="0"/>
                  </a:cubicBezTo>
                  <a:cubicBezTo>
                    <a:pt x="586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1759;p33">
              <a:extLst>
                <a:ext uri="{FF2B5EF4-FFF2-40B4-BE49-F238E27FC236}">
                  <a16:creationId xmlns:a16="http://schemas.microsoft.com/office/drawing/2014/main" id="{F9A0ABAF-C2B6-69AB-5433-A4C3C4097C12}"/>
                </a:ext>
              </a:extLst>
            </p:cNvPr>
            <p:cNvSpPr/>
            <p:nvPr/>
          </p:nvSpPr>
          <p:spPr>
            <a:xfrm>
              <a:off x="5107757" y="2111533"/>
              <a:ext cx="58327" cy="53804"/>
            </a:xfrm>
            <a:custGeom>
              <a:avLst/>
              <a:gdLst/>
              <a:ahLst/>
              <a:cxnLst/>
              <a:rect l="l" t="t" r="r" b="b"/>
              <a:pathLst>
                <a:path w="490" h="452" extrusionOk="0">
                  <a:moveTo>
                    <a:pt x="490" y="217"/>
                  </a:moveTo>
                  <a:cubicBezTo>
                    <a:pt x="338" y="243"/>
                    <a:pt x="273" y="360"/>
                    <a:pt x="247" y="451"/>
                  </a:cubicBezTo>
                  <a:cubicBezTo>
                    <a:pt x="186" y="252"/>
                    <a:pt x="0" y="239"/>
                    <a:pt x="0" y="239"/>
                  </a:cubicBezTo>
                  <a:cubicBezTo>
                    <a:pt x="147" y="208"/>
                    <a:pt x="212" y="96"/>
                    <a:pt x="243" y="0"/>
                  </a:cubicBezTo>
                  <a:cubicBezTo>
                    <a:pt x="299" y="200"/>
                    <a:pt x="490" y="217"/>
                    <a:pt x="490" y="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1760;p33">
              <a:extLst>
                <a:ext uri="{FF2B5EF4-FFF2-40B4-BE49-F238E27FC236}">
                  <a16:creationId xmlns:a16="http://schemas.microsoft.com/office/drawing/2014/main" id="{C2F47DD2-9C7B-E48E-47EA-62590F225865}"/>
                </a:ext>
              </a:extLst>
            </p:cNvPr>
            <p:cNvSpPr/>
            <p:nvPr/>
          </p:nvSpPr>
          <p:spPr>
            <a:xfrm>
              <a:off x="5012172" y="2059872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270" h="270" extrusionOk="0">
                  <a:moveTo>
                    <a:pt x="270" y="135"/>
                  </a:moveTo>
                  <a:cubicBezTo>
                    <a:pt x="270" y="209"/>
                    <a:pt x="209" y="269"/>
                    <a:pt x="135" y="269"/>
                  </a:cubicBezTo>
                  <a:cubicBezTo>
                    <a:pt x="62" y="269"/>
                    <a:pt x="1" y="209"/>
                    <a:pt x="1" y="135"/>
                  </a:cubicBezTo>
                  <a:cubicBezTo>
                    <a:pt x="1" y="61"/>
                    <a:pt x="62" y="1"/>
                    <a:pt x="135" y="1"/>
                  </a:cubicBezTo>
                  <a:cubicBezTo>
                    <a:pt x="209" y="1"/>
                    <a:pt x="270" y="61"/>
                    <a:pt x="270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1761;p33">
              <a:extLst>
                <a:ext uri="{FF2B5EF4-FFF2-40B4-BE49-F238E27FC236}">
                  <a16:creationId xmlns:a16="http://schemas.microsoft.com/office/drawing/2014/main" id="{11F4530F-3C89-F802-AF54-464F9CE8FFE9}"/>
                </a:ext>
              </a:extLst>
            </p:cNvPr>
            <p:cNvSpPr/>
            <p:nvPr/>
          </p:nvSpPr>
          <p:spPr>
            <a:xfrm>
              <a:off x="4919325" y="1925720"/>
              <a:ext cx="32616" cy="32616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274" y="135"/>
                  </a:moveTo>
                  <a:cubicBezTo>
                    <a:pt x="274" y="213"/>
                    <a:pt x="213" y="273"/>
                    <a:pt x="135" y="273"/>
                  </a:cubicBezTo>
                  <a:cubicBezTo>
                    <a:pt x="61" y="273"/>
                    <a:pt x="1" y="213"/>
                    <a:pt x="1" y="135"/>
                  </a:cubicBezTo>
                  <a:cubicBezTo>
                    <a:pt x="1" y="61"/>
                    <a:pt x="61" y="0"/>
                    <a:pt x="135" y="0"/>
                  </a:cubicBezTo>
                  <a:cubicBezTo>
                    <a:pt x="213" y="0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1767;p33">
              <a:extLst>
                <a:ext uri="{FF2B5EF4-FFF2-40B4-BE49-F238E27FC236}">
                  <a16:creationId xmlns:a16="http://schemas.microsoft.com/office/drawing/2014/main" id="{028909FB-343F-0183-B16F-70E13EC03574}"/>
                </a:ext>
              </a:extLst>
            </p:cNvPr>
            <p:cNvSpPr/>
            <p:nvPr/>
          </p:nvSpPr>
          <p:spPr>
            <a:xfrm>
              <a:off x="4903850" y="1471008"/>
              <a:ext cx="100227" cy="79634"/>
            </a:xfrm>
            <a:custGeom>
              <a:avLst/>
              <a:gdLst/>
              <a:ahLst/>
              <a:cxnLst/>
              <a:rect l="l" t="t" r="r" b="b"/>
              <a:pathLst>
                <a:path w="842" h="669" extrusionOk="0">
                  <a:moveTo>
                    <a:pt x="421" y="1"/>
                  </a:moveTo>
                  <a:cubicBezTo>
                    <a:pt x="256" y="1"/>
                    <a:pt x="109" y="70"/>
                    <a:pt x="0" y="178"/>
                  </a:cubicBezTo>
                  <a:lnTo>
                    <a:pt x="65" y="239"/>
                  </a:lnTo>
                  <a:cubicBezTo>
                    <a:pt x="157" y="148"/>
                    <a:pt x="282" y="92"/>
                    <a:pt x="421" y="92"/>
                  </a:cubicBezTo>
                  <a:cubicBezTo>
                    <a:pt x="560" y="92"/>
                    <a:pt x="685" y="148"/>
                    <a:pt x="777" y="239"/>
                  </a:cubicBezTo>
                  <a:lnTo>
                    <a:pt x="842" y="178"/>
                  </a:lnTo>
                  <a:cubicBezTo>
                    <a:pt x="733" y="70"/>
                    <a:pt x="586" y="1"/>
                    <a:pt x="421" y="1"/>
                  </a:cubicBezTo>
                  <a:close/>
                  <a:moveTo>
                    <a:pt x="122" y="300"/>
                  </a:moveTo>
                  <a:lnTo>
                    <a:pt x="187" y="360"/>
                  </a:lnTo>
                  <a:cubicBezTo>
                    <a:pt x="248" y="300"/>
                    <a:pt x="330" y="265"/>
                    <a:pt x="421" y="265"/>
                  </a:cubicBezTo>
                  <a:cubicBezTo>
                    <a:pt x="512" y="265"/>
                    <a:pt x="594" y="300"/>
                    <a:pt x="655" y="360"/>
                  </a:cubicBezTo>
                  <a:lnTo>
                    <a:pt x="720" y="300"/>
                  </a:lnTo>
                  <a:cubicBezTo>
                    <a:pt x="642" y="222"/>
                    <a:pt x="538" y="174"/>
                    <a:pt x="421" y="174"/>
                  </a:cubicBezTo>
                  <a:cubicBezTo>
                    <a:pt x="304" y="174"/>
                    <a:pt x="200" y="222"/>
                    <a:pt x="122" y="300"/>
                  </a:cubicBezTo>
                  <a:close/>
                  <a:moveTo>
                    <a:pt x="261" y="434"/>
                  </a:moveTo>
                  <a:lnTo>
                    <a:pt x="321" y="495"/>
                  </a:lnTo>
                  <a:cubicBezTo>
                    <a:pt x="347" y="473"/>
                    <a:pt x="382" y="456"/>
                    <a:pt x="421" y="456"/>
                  </a:cubicBezTo>
                  <a:cubicBezTo>
                    <a:pt x="460" y="456"/>
                    <a:pt x="495" y="473"/>
                    <a:pt x="521" y="495"/>
                  </a:cubicBezTo>
                  <a:lnTo>
                    <a:pt x="581" y="434"/>
                  </a:lnTo>
                  <a:cubicBezTo>
                    <a:pt x="542" y="395"/>
                    <a:pt x="482" y="369"/>
                    <a:pt x="421" y="369"/>
                  </a:cubicBezTo>
                  <a:cubicBezTo>
                    <a:pt x="356" y="369"/>
                    <a:pt x="300" y="395"/>
                    <a:pt x="261" y="434"/>
                  </a:cubicBezTo>
                  <a:close/>
                  <a:moveTo>
                    <a:pt x="421" y="525"/>
                  </a:moveTo>
                  <a:cubicBezTo>
                    <a:pt x="382" y="525"/>
                    <a:pt x="352" y="555"/>
                    <a:pt x="352" y="595"/>
                  </a:cubicBezTo>
                  <a:cubicBezTo>
                    <a:pt x="352" y="634"/>
                    <a:pt x="382" y="668"/>
                    <a:pt x="421" y="668"/>
                  </a:cubicBezTo>
                  <a:cubicBezTo>
                    <a:pt x="460" y="668"/>
                    <a:pt x="490" y="634"/>
                    <a:pt x="490" y="595"/>
                  </a:cubicBezTo>
                  <a:cubicBezTo>
                    <a:pt x="490" y="555"/>
                    <a:pt x="460" y="525"/>
                    <a:pt x="421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1768;p33">
              <a:extLst>
                <a:ext uri="{FF2B5EF4-FFF2-40B4-BE49-F238E27FC236}">
                  <a16:creationId xmlns:a16="http://schemas.microsoft.com/office/drawing/2014/main" id="{FC2B0755-D18F-E9D3-5039-D98C3625017A}"/>
                </a:ext>
              </a:extLst>
            </p:cNvPr>
            <p:cNvSpPr/>
            <p:nvPr/>
          </p:nvSpPr>
          <p:spPr>
            <a:xfrm>
              <a:off x="4791362" y="1482912"/>
              <a:ext cx="88800" cy="64636"/>
            </a:xfrm>
            <a:custGeom>
              <a:avLst/>
              <a:gdLst/>
              <a:ahLst/>
              <a:cxnLst/>
              <a:rect l="l" t="t" r="r" b="b"/>
              <a:pathLst>
                <a:path w="746" h="543" extrusionOk="0">
                  <a:moveTo>
                    <a:pt x="0" y="542"/>
                  </a:moveTo>
                  <a:lnTo>
                    <a:pt x="91" y="542"/>
                  </a:lnTo>
                  <a:lnTo>
                    <a:pt x="91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6" y="542"/>
                  </a:lnTo>
                  <a:lnTo>
                    <a:pt x="256" y="299"/>
                  </a:lnTo>
                  <a:lnTo>
                    <a:pt x="165" y="299"/>
                  </a:lnTo>
                  <a:close/>
                  <a:moveTo>
                    <a:pt x="330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30" y="200"/>
                  </a:lnTo>
                  <a:close/>
                  <a:moveTo>
                    <a:pt x="495" y="542"/>
                  </a:moveTo>
                  <a:lnTo>
                    <a:pt x="581" y="542"/>
                  </a:lnTo>
                  <a:lnTo>
                    <a:pt x="581" y="100"/>
                  </a:lnTo>
                  <a:lnTo>
                    <a:pt x="495" y="100"/>
                  </a:lnTo>
                  <a:close/>
                  <a:moveTo>
                    <a:pt x="659" y="542"/>
                  </a:moveTo>
                  <a:lnTo>
                    <a:pt x="746" y="542"/>
                  </a:lnTo>
                  <a:lnTo>
                    <a:pt x="746" y="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1769;p33">
              <a:extLst>
                <a:ext uri="{FF2B5EF4-FFF2-40B4-BE49-F238E27FC236}">
                  <a16:creationId xmlns:a16="http://schemas.microsoft.com/office/drawing/2014/main" id="{9691CB08-5DF4-4CB0-ABE1-583FC430F496}"/>
                </a:ext>
              </a:extLst>
            </p:cNvPr>
            <p:cNvSpPr/>
            <p:nvPr/>
          </p:nvSpPr>
          <p:spPr>
            <a:xfrm>
              <a:off x="5030265" y="1485412"/>
              <a:ext cx="132248" cy="63684"/>
            </a:xfrm>
            <a:custGeom>
              <a:avLst/>
              <a:gdLst/>
              <a:ahLst/>
              <a:cxnLst/>
              <a:rect l="l" t="t" r="r" b="b"/>
              <a:pathLst>
                <a:path w="1111" h="535" extrusionOk="0">
                  <a:moveTo>
                    <a:pt x="1037" y="417"/>
                  </a:moveTo>
                  <a:cubicBezTo>
                    <a:pt x="1037" y="469"/>
                    <a:pt x="994" y="508"/>
                    <a:pt x="942" y="508"/>
                  </a:cubicBezTo>
                  <a:lnTo>
                    <a:pt x="118" y="508"/>
                  </a:lnTo>
                  <a:cubicBezTo>
                    <a:pt x="66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6" y="23"/>
                    <a:pt x="118" y="23"/>
                  </a:cubicBezTo>
                  <a:lnTo>
                    <a:pt x="942" y="23"/>
                  </a:lnTo>
                  <a:cubicBezTo>
                    <a:pt x="994" y="23"/>
                    <a:pt x="1037" y="66"/>
                    <a:pt x="1037" y="118"/>
                  </a:cubicBezTo>
                  <a:close/>
                  <a:moveTo>
                    <a:pt x="1059" y="196"/>
                  </a:moveTo>
                  <a:lnTo>
                    <a:pt x="1059" y="118"/>
                  </a:lnTo>
                  <a:cubicBezTo>
                    <a:pt x="1059" y="53"/>
                    <a:pt x="1007" y="1"/>
                    <a:pt x="942" y="1"/>
                  </a:cubicBezTo>
                  <a:lnTo>
                    <a:pt x="118" y="1"/>
                  </a:lnTo>
                  <a:cubicBezTo>
                    <a:pt x="53" y="1"/>
                    <a:pt x="1" y="53"/>
                    <a:pt x="1" y="118"/>
                  </a:cubicBezTo>
                  <a:lnTo>
                    <a:pt x="1" y="417"/>
                  </a:lnTo>
                  <a:cubicBezTo>
                    <a:pt x="1" y="478"/>
                    <a:pt x="53" y="534"/>
                    <a:pt x="118" y="534"/>
                  </a:cubicBezTo>
                  <a:lnTo>
                    <a:pt x="942" y="534"/>
                  </a:lnTo>
                  <a:cubicBezTo>
                    <a:pt x="1007" y="534"/>
                    <a:pt x="1059" y="478"/>
                    <a:pt x="1059" y="417"/>
                  </a:cubicBezTo>
                  <a:lnTo>
                    <a:pt x="1059" y="335"/>
                  </a:lnTo>
                  <a:lnTo>
                    <a:pt x="1111" y="335"/>
                  </a:lnTo>
                  <a:lnTo>
                    <a:pt x="1111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1770;p33">
              <a:extLst>
                <a:ext uri="{FF2B5EF4-FFF2-40B4-BE49-F238E27FC236}">
                  <a16:creationId xmlns:a16="http://schemas.microsoft.com/office/drawing/2014/main" id="{431554BC-4624-7BAA-F7A6-7CCB2A7B41DD}"/>
                </a:ext>
              </a:extLst>
            </p:cNvPr>
            <p:cNvSpPr/>
            <p:nvPr/>
          </p:nvSpPr>
          <p:spPr>
            <a:xfrm>
              <a:off x="3950619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52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52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83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83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1771;p33">
              <a:extLst>
                <a:ext uri="{FF2B5EF4-FFF2-40B4-BE49-F238E27FC236}">
                  <a16:creationId xmlns:a16="http://schemas.microsoft.com/office/drawing/2014/main" id="{6F438013-00FE-1FEF-F8E7-6D17BCBE371B}"/>
                </a:ext>
              </a:extLst>
            </p:cNvPr>
            <p:cNvSpPr/>
            <p:nvPr/>
          </p:nvSpPr>
          <p:spPr>
            <a:xfrm>
              <a:off x="4007875" y="1482912"/>
              <a:ext cx="44043" cy="55351"/>
            </a:xfrm>
            <a:custGeom>
              <a:avLst/>
              <a:gdLst/>
              <a:ahLst/>
              <a:cxnLst/>
              <a:rect l="l" t="t" r="r" b="b"/>
              <a:pathLst>
                <a:path w="370" h="465" extrusionOk="0">
                  <a:moveTo>
                    <a:pt x="96" y="126"/>
                  </a:moveTo>
                  <a:cubicBezTo>
                    <a:pt x="96" y="165"/>
                    <a:pt x="131" y="191"/>
                    <a:pt x="183" y="191"/>
                  </a:cubicBezTo>
                  <a:cubicBezTo>
                    <a:pt x="239" y="191"/>
                    <a:pt x="269" y="165"/>
                    <a:pt x="269" y="126"/>
                  </a:cubicBezTo>
                  <a:cubicBezTo>
                    <a:pt x="269" y="87"/>
                    <a:pt x="235" y="65"/>
                    <a:pt x="183" y="65"/>
                  </a:cubicBezTo>
                  <a:cubicBezTo>
                    <a:pt x="131" y="65"/>
                    <a:pt x="96" y="87"/>
                    <a:pt x="96" y="126"/>
                  </a:cubicBezTo>
                  <a:close/>
                  <a:moveTo>
                    <a:pt x="282" y="325"/>
                  </a:moveTo>
                  <a:cubicBezTo>
                    <a:pt x="282" y="282"/>
                    <a:pt x="243" y="252"/>
                    <a:pt x="183" y="252"/>
                  </a:cubicBezTo>
                  <a:cubicBezTo>
                    <a:pt x="122" y="252"/>
                    <a:pt x="83" y="282"/>
                    <a:pt x="83" y="325"/>
                  </a:cubicBezTo>
                  <a:cubicBezTo>
                    <a:pt x="83" y="369"/>
                    <a:pt x="122" y="399"/>
                    <a:pt x="183" y="399"/>
                  </a:cubicBezTo>
                  <a:cubicBezTo>
                    <a:pt x="243" y="399"/>
                    <a:pt x="282" y="369"/>
                    <a:pt x="282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3" y="464"/>
                  </a:cubicBezTo>
                  <a:cubicBezTo>
                    <a:pt x="70" y="464"/>
                    <a:pt x="1" y="412"/>
                    <a:pt x="1" y="325"/>
                  </a:cubicBezTo>
                  <a:cubicBezTo>
                    <a:pt x="1" y="278"/>
                    <a:pt x="27" y="239"/>
                    <a:pt x="70" y="221"/>
                  </a:cubicBezTo>
                  <a:cubicBezTo>
                    <a:pt x="35" y="200"/>
                    <a:pt x="14" y="165"/>
                    <a:pt x="14" y="126"/>
                  </a:cubicBezTo>
                  <a:cubicBezTo>
                    <a:pt x="14" y="48"/>
                    <a:pt x="83" y="0"/>
                    <a:pt x="183" y="0"/>
                  </a:cubicBezTo>
                  <a:cubicBezTo>
                    <a:pt x="282" y="0"/>
                    <a:pt x="352" y="48"/>
                    <a:pt x="352" y="126"/>
                  </a:cubicBezTo>
                  <a:cubicBezTo>
                    <a:pt x="352" y="165"/>
                    <a:pt x="330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1772;p33">
              <a:extLst>
                <a:ext uri="{FF2B5EF4-FFF2-40B4-BE49-F238E27FC236}">
                  <a16:creationId xmlns:a16="http://schemas.microsoft.com/office/drawing/2014/main" id="{10274E2A-A73F-B012-0110-2AD6E42883E6}"/>
                </a:ext>
              </a:extLst>
            </p:cNvPr>
            <p:cNvSpPr/>
            <p:nvPr/>
          </p:nvSpPr>
          <p:spPr>
            <a:xfrm>
              <a:off x="4063583" y="1495768"/>
              <a:ext cx="13094" cy="41900"/>
            </a:xfrm>
            <a:custGeom>
              <a:avLst/>
              <a:gdLst/>
              <a:ahLst/>
              <a:cxnLst/>
              <a:rect l="l" t="t" r="r" b="b"/>
              <a:pathLst>
                <a:path w="110" h="352" extrusionOk="0">
                  <a:moveTo>
                    <a:pt x="1" y="300"/>
                  </a:moveTo>
                  <a:cubicBezTo>
                    <a:pt x="1" y="269"/>
                    <a:pt x="27" y="248"/>
                    <a:pt x="53" y="248"/>
                  </a:cubicBezTo>
                  <a:cubicBezTo>
                    <a:pt x="83" y="248"/>
                    <a:pt x="109" y="269"/>
                    <a:pt x="109" y="300"/>
                  </a:cubicBezTo>
                  <a:cubicBezTo>
                    <a:pt x="109" y="330"/>
                    <a:pt x="83" y="352"/>
                    <a:pt x="53" y="352"/>
                  </a:cubicBezTo>
                  <a:cubicBezTo>
                    <a:pt x="27" y="352"/>
                    <a:pt x="1" y="330"/>
                    <a:pt x="1" y="300"/>
                  </a:cubicBezTo>
                  <a:close/>
                  <a:moveTo>
                    <a:pt x="1" y="53"/>
                  </a:moveTo>
                  <a:cubicBezTo>
                    <a:pt x="1" y="22"/>
                    <a:pt x="27" y="1"/>
                    <a:pt x="53" y="1"/>
                  </a:cubicBezTo>
                  <a:cubicBezTo>
                    <a:pt x="83" y="1"/>
                    <a:pt x="109" y="22"/>
                    <a:pt x="109" y="53"/>
                  </a:cubicBezTo>
                  <a:cubicBezTo>
                    <a:pt x="109" y="83"/>
                    <a:pt x="83" y="109"/>
                    <a:pt x="53" y="109"/>
                  </a:cubicBezTo>
                  <a:cubicBezTo>
                    <a:pt x="27" y="109"/>
                    <a:pt x="1" y="83"/>
                    <a:pt x="1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1773;p33">
              <a:extLst>
                <a:ext uri="{FF2B5EF4-FFF2-40B4-BE49-F238E27FC236}">
                  <a16:creationId xmlns:a16="http://schemas.microsoft.com/office/drawing/2014/main" id="{F31DE3CC-A0BD-A271-2936-1D762ABCDDD1}"/>
                </a:ext>
              </a:extLst>
            </p:cNvPr>
            <p:cNvSpPr/>
            <p:nvPr/>
          </p:nvSpPr>
          <p:spPr>
            <a:xfrm>
              <a:off x="4088342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31" y="70"/>
                    <a:pt x="88" y="122"/>
                    <a:pt x="88" y="230"/>
                  </a:cubicBezTo>
                  <a:cubicBezTo>
                    <a:pt x="88" y="338"/>
                    <a:pt x="131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300" y="0"/>
                    <a:pt x="378" y="83"/>
                    <a:pt x="378" y="230"/>
                  </a:cubicBezTo>
                  <a:cubicBezTo>
                    <a:pt x="378" y="377"/>
                    <a:pt x="300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1774;p33">
              <a:extLst>
                <a:ext uri="{FF2B5EF4-FFF2-40B4-BE49-F238E27FC236}">
                  <a16:creationId xmlns:a16="http://schemas.microsoft.com/office/drawing/2014/main" id="{EE167818-6034-AA09-EF9D-376538142F35}"/>
                </a:ext>
              </a:extLst>
            </p:cNvPr>
            <p:cNvSpPr/>
            <p:nvPr/>
          </p:nvSpPr>
          <p:spPr>
            <a:xfrm>
              <a:off x="4146193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52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52" y="390"/>
                    <a:pt x="291" y="338"/>
                    <a:pt x="291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1775;p33">
              <a:extLst>
                <a:ext uri="{FF2B5EF4-FFF2-40B4-BE49-F238E27FC236}">
                  <a16:creationId xmlns:a16="http://schemas.microsoft.com/office/drawing/2014/main" id="{A406379E-D85C-68A4-A9F5-368330EFA2BC}"/>
                </a:ext>
              </a:extLst>
            </p:cNvPr>
            <p:cNvSpPr txBox="1"/>
            <p:nvPr/>
          </p:nvSpPr>
          <p:spPr>
            <a:xfrm>
              <a:off x="3751975" y="3263937"/>
              <a:ext cx="1614900" cy="726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Able to view the total amount paid.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5" name="Google Shape;1776;p33">
            <a:extLst>
              <a:ext uri="{FF2B5EF4-FFF2-40B4-BE49-F238E27FC236}">
                <a16:creationId xmlns:a16="http://schemas.microsoft.com/office/drawing/2014/main" id="{110A6FD2-7D66-0F9C-4994-86B85B322AF4}"/>
              </a:ext>
            </a:extLst>
          </p:cNvPr>
          <p:cNvGrpSpPr/>
          <p:nvPr/>
        </p:nvGrpSpPr>
        <p:grpSpPr>
          <a:xfrm>
            <a:off x="6379168" y="2727112"/>
            <a:ext cx="2021655" cy="2071045"/>
            <a:chOff x="6018887" y="1268650"/>
            <a:chExt cx="1681279" cy="3137048"/>
          </a:xfrm>
        </p:grpSpPr>
        <p:sp>
          <p:nvSpPr>
            <p:cNvPr id="2186" name="Google Shape;1777;p33">
              <a:extLst>
                <a:ext uri="{FF2B5EF4-FFF2-40B4-BE49-F238E27FC236}">
                  <a16:creationId xmlns:a16="http://schemas.microsoft.com/office/drawing/2014/main" id="{D37E783D-4398-438F-6C67-12C9314E9384}"/>
                </a:ext>
              </a:extLst>
            </p:cNvPr>
            <p:cNvSpPr/>
            <p:nvPr/>
          </p:nvSpPr>
          <p:spPr>
            <a:xfrm>
              <a:off x="6044156" y="1268650"/>
              <a:ext cx="1614591" cy="3137048"/>
            </a:xfrm>
            <a:custGeom>
              <a:avLst/>
              <a:gdLst/>
              <a:ahLst/>
              <a:cxnLst/>
              <a:rect l="l" t="t" r="r" b="b"/>
              <a:pathLst>
                <a:path w="13564" h="26354" extrusionOk="0">
                  <a:moveTo>
                    <a:pt x="13563" y="1085"/>
                  </a:moveTo>
                  <a:lnTo>
                    <a:pt x="13563" y="25269"/>
                  </a:lnTo>
                  <a:cubicBezTo>
                    <a:pt x="13563" y="25863"/>
                    <a:pt x="13077" y="26353"/>
                    <a:pt x="12479" y="26353"/>
                  </a:cubicBezTo>
                  <a:lnTo>
                    <a:pt x="1085" y="26353"/>
                  </a:lnTo>
                  <a:cubicBezTo>
                    <a:pt x="491" y="26353"/>
                    <a:pt x="1" y="25863"/>
                    <a:pt x="1" y="25269"/>
                  </a:cubicBezTo>
                  <a:lnTo>
                    <a:pt x="1" y="1085"/>
                  </a:lnTo>
                  <a:cubicBezTo>
                    <a:pt x="1" y="491"/>
                    <a:pt x="491" y="1"/>
                    <a:pt x="1085" y="1"/>
                  </a:cubicBezTo>
                  <a:lnTo>
                    <a:pt x="12479" y="1"/>
                  </a:lnTo>
                  <a:cubicBezTo>
                    <a:pt x="13077" y="1"/>
                    <a:pt x="13563" y="491"/>
                    <a:pt x="13563" y="10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1778;p33">
              <a:extLst>
                <a:ext uri="{FF2B5EF4-FFF2-40B4-BE49-F238E27FC236}">
                  <a16:creationId xmlns:a16="http://schemas.microsoft.com/office/drawing/2014/main" id="{92F77340-9D9C-2EA2-A122-CD943E7A6DFA}"/>
                </a:ext>
              </a:extLst>
            </p:cNvPr>
            <p:cNvSpPr/>
            <p:nvPr/>
          </p:nvSpPr>
          <p:spPr>
            <a:xfrm>
              <a:off x="7314377" y="1925720"/>
              <a:ext cx="113083" cy="104870"/>
            </a:xfrm>
            <a:custGeom>
              <a:avLst/>
              <a:gdLst/>
              <a:ahLst/>
              <a:cxnLst/>
              <a:rect l="l" t="t" r="r" b="b"/>
              <a:pathLst>
                <a:path w="950" h="881" extrusionOk="0">
                  <a:moveTo>
                    <a:pt x="950" y="421"/>
                  </a:moveTo>
                  <a:cubicBezTo>
                    <a:pt x="659" y="477"/>
                    <a:pt x="533" y="698"/>
                    <a:pt x="477" y="880"/>
                  </a:cubicBezTo>
                  <a:cubicBezTo>
                    <a:pt x="364" y="490"/>
                    <a:pt x="0" y="464"/>
                    <a:pt x="0" y="464"/>
                  </a:cubicBezTo>
                  <a:cubicBezTo>
                    <a:pt x="286" y="408"/>
                    <a:pt x="416" y="187"/>
                    <a:pt x="468" y="0"/>
                  </a:cubicBezTo>
                  <a:cubicBezTo>
                    <a:pt x="585" y="390"/>
                    <a:pt x="950" y="421"/>
                    <a:pt x="950" y="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1779;p33">
              <a:extLst>
                <a:ext uri="{FF2B5EF4-FFF2-40B4-BE49-F238E27FC236}">
                  <a16:creationId xmlns:a16="http://schemas.microsoft.com/office/drawing/2014/main" id="{98E6C105-E818-9B5E-639F-3E0FEC2FB6E4}"/>
                </a:ext>
              </a:extLst>
            </p:cNvPr>
            <p:cNvSpPr/>
            <p:nvPr/>
          </p:nvSpPr>
          <p:spPr>
            <a:xfrm>
              <a:off x="7398416" y="2111533"/>
              <a:ext cx="57970" cy="53804"/>
            </a:xfrm>
            <a:custGeom>
              <a:avLst/>
              <a:gdLst/>
              <a:ahLst/>
              <a:cxnLst/>
              <a:rect l="l" t="t" r="r" b="b"/>
              <a:pathLst>
                <a:path w="487" h="452" extrusionOk="0">
                  <a:moveTo>
                    <a:pt x="486" y="217"/>
                  </a:moveTo>
                  <a:cubicBezTo>
                    <a:pt x="339" y="243"/>
                    <a:pt x="274" y="360"/>
                    <a:pt x="248" y="451"/>
                  </a:cubicBezTo>
                  <a:cubicBezTo>
                    <a:pt x="187" y="252"/>
                    <a:pt x="1" y="239"/>
                    <a:pt x="1" y="239"/>
                  </a:cubicBezTo>
                  <a:cubicBezTo>
                    <a:pt x="148" y="208"/>
                    <a:pt x="213" y="96"/>
                    <a:pt x="239" y="0"/>
                  </a:cubicBezTo>
                  <a:cubicBezTo>
                    <a:pt x="300" y="200"/>
                    <a:pt x="486" y="217"/>
                    <a:pt x="486" y="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1780;p33">
              <a:extLst>
                <a:ext uri="{FF2B5EF4-FFF2-40B4-BE49-F238E27FC236}">
                  <a16:creationId xmlns:a16="http://schemas.microsoft.com/office/drawing/2014/main" id="{393C6AFD-2EE5-B122-CCE1-FB5ED783608A}"/>
                </a:ext>
              </a:extLst>
            </p:cNvPr>
            <p:cNvSpPr/>
            <p:nvPr/>
          </p:nvSpPr>
          <p:spPr>
            <a:xfrm>
              <a:off x="7302473" y="2059872"/>
              <a:ext cx="32616" cy="32139"/>
            </a:xfrm>
            <a:custGeom>
              <a:avLst/>
              <a:gdLst/>
              <a:ahLst/>
              <a:cxnLst/>
              <a:rect l="l" t="t" r="r" b="b"/>
              <a:pathLst>
                <a:path w="274" h="270" extrusionOk="0">
                  <a:moveTo>
                    <a:pt x="274" y="135"/>
                  </a:moveTo>
                  <a:cubicBezTo>
                    <a:pt x="274" y="209"/>
                    <a:pt x="213" y="269"/>
                    <a:pt x="139" y="269"/>
                  </a:cubicBezTo>
                  <a:cubicBezTo>
                    <a:pt x="61" y="269"/>
                    <a:pt x="0" y="209"/>
                    <a:pt x="0" y="135"/>
                  </a:cubicBezTo>
                  <a:cubicBezTo>
                    <a:pt x="0" y="61"/>
                    <a:pt x="61" y="1"/>
                    <a:pt x="139" y="1"/>
                  </a:cubicBezTo>
                  <a:cubicBezTo>
                    <a:pt x="213" y="1"/>
                    <a:pt x="274" y="61"/>
                    <a:pt x="274" y="1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1781;p33">
              <a:extLst>
                <a:ext uri="{FF2B5EF4-FFF2-40B4-BE49-F238E27FC236}">
                  <a16:creationId xmlns:a16="http://schemas.microsoft.com/office/drawing/2014/main" id="{C6953B6C-841E-2B60-2597-8B64ADA32E69}"/>
                </a:ext>
              </a:extLst>
            </p:cNvPr>
            <p:cNvSpPr/>
            <p:nvPr/>
          </p:nvSpPr>
          <p:spPr>
            <a:xfrm>
              <a:off x="7210102" y="1925720"/>
              <a:ext cx="32139" cy="32616"/>
            </a:xfrm>
            <a:custGeom>
              <a:avLst/>
              <a:gdLst/>
              <a:ahLst/>
              <a:cxnLst/>
              <a:rect l="l" t="t" r="r" b="b"/>
              <a:pathLst>
                <a:path w="270" h="274" extrusionOk="0">
                  <a:moveTo>
                    <a:pt x="269" y="135"/>
                  </a:moveTo>
                  <a:cubicBezTo>
                    <a:pt x="269" y="213"/>
                    <a:pt x="208" y="273"/>
                    <a:pt x="135" y="273"/>
                  </a:cubicBezTo>
                  <a:cubicBezTo>
                    <a:pt x="61" y="273"/>
                    <a:pt x="0" y="213"/>
                    <a:pt x="0" y="135"/>
                  </a:cubicBezTo>
                  <a:cubicBezTo>
                    <a:pt x="0" y="61"/>
                    <a:pt x="61" y="0"/>
                    <a:pt x="135" y="0"/>
                  </a:cubicBezTo>
                  <a:cubicBezTo>
                    <a:pt x="208" y="0"/>
                    <a:pt x="269" y="61"/>
                    <a:pt x="269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1782;p33">
              <a:extLst>
                <a:ext uri="{FF2B5EF4-FFF2-40B4-BE49-F238E27FC236}">
                  <a16:creationId xmlns:a16="http://schemas.microsoft.com/office/drawing/2014/main" id="{6BFAE32A-9D26-0858-D1B6-E0789AA7B9A7}"/>
                </a:ext>
              </a:extLst>
            </p:cNvPr>
            <p:cNvSpPr/>
            <p:nvPr/>
          </p:nvSpPr>
          <p:spPr>
            <a:xfrm>
              <a:off x="6590288" y="4041201"/>
              <a:ext cx="522326" cy="162126"/>
            </a:xfrm>
            <a:custGeom>
              <a:avLst/>
              <a:gdLst/>
              <a:ahLst/>
              <a:cxnLst/>
              <a:rect l="l" t="t" r="r" b="b"/>
              <a:pathLst>
                <a:path w="4388" h="1362" extrusionOk="0">
                  <a:moveTo>
                    <a:pt x="4388" y="1067"/>
                  </a:moveTo>
                  <a:cubicBezTo>
                    <a:pt x="4388" y="1227"/>
                    <a:pt x="4258" y="1362"/>
                    <a:pt x="4093" y="1362"/>
                  </a:cubicBezTo>
                  <a:lnTo>
                    <a:pt x="295" y="1362"/>
                  </a:lnTo>
                  <a:cubicBezTo>
                    <a:pt x="135" y="1362"/>
                    <a:pt x="0" y="1227"/>
                    <a:pt x="0" y="1067"/>
                  </a:cubicBezTo>
                  <a:lnTo>
                    <a:pt x="0" y="291"/>
                  </a:lnTo>
                  <a:cubicBezTo>
                    <a:pt x="0" y="130"/>
                    <a:pt x="135" y="0"/>
                    <a:pt x="295" y="0"/>
                  </a:cubicBezTo>
                  <a:lnTo>
                    <a:pt x="4093" y="0"/>
                  </a:lnTo>
                  <a:cubicBezTo>
                    <a:pt x="4258" y="0"/>
                    <a:pt x="4388" y="130"/>
                    <a:pt x="4388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1783;p33">
              <a:extLst>
                <a:ext uri="{FF2B5EF4-FFF2-40B4-BE49-F238E27FC236}">
                  <a16:creationId xmlns:a16="http://schemas.microsoft.com/office/drawing/2014/main" id="{33CBC88F-9EC5-5153-C84C-2B6CAC995CBF}"/>
                </a:ext>
              </a:extLst>
            </p:cNvPr>
            <p:cNvSpPr/>
            <p:nvPr/>
          </p:nvSpPr>
          <p:spPr>
            <a:xfrm>
              <a:off x="6709442" y="4087624"/>
              <a:ext cx="71421" cy="72373"/>
            </a:xfrm>
            <a:custGeom>
              <a:avLst/>
              <a:gdLst/>
              <a:ahLst/>
              <a:cxnLst/>
              <a:rect l="l" t="t" r="r" b="b"/>
              <a:pathLst>
                <a:path w="600" h="608" extrusionOk="0">
                  <a:moveTo>
                    <a:pt x="599" y="1"/>
                  </a:moveTo>
                  <a:lnTo>
                    <a:pt x="599" y="608"/>
                  </a:lnTo>
                  <a:lnTo>
                    <a:pt x="430" y="608"/>
                  </a:lnTo>
                  <a:lnTo>
                    <a:pt x="200" y="334"/>
                  </a:lnTo>
                  <a:lnTo>
                    <a:pt x="200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170" y="1"/>
                  </a:lnTo>
                  <a:lnTo>
                    <a:pt x="400" y="278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1784;p33">
              <a:extLst>
                <a:ext uri="{FF2B5EF4-FFF2-40B4-BE49-F238E27FC236}">
                  <a16:creationId xmlns:a16="http://schemas.microsoft.com/office/drawing/2014/main" id="{7CDE5D23-42D4-1097-59E3-7C2E69837FF1}"/>
                </a:ext>
              </a:extLst>
            </p:cNvPr>
            <p:cNvSpPr/>
            <p:nvPr/>
          </p:nvSpPr>
          <p:spPr>
            <a:xfrm>
              <a:off x="6792528" y="4087624"/>
              <a:ext cx="59994" cy="72373"/>
            </a:xfrm>
            <a:custGeom>
              <a:avLst/>
              <a:gdLst/>
              <a:ahLst/>
              <a:cxnLst/>
              <a:rect l="l" t="t" r="r" b="b"/>
              <a:pathLst>
                <a:path w="504" h="608" extrusionOk="0">
                  <a:moveTo>
                    <a:pt x="504" y="456"/>
                  </a:moveTo>
                  <a:lnTo>
                    <a:pt x="504" y="608"/>
                  </a:lnTo>
                  <a:lnTo>
                    <a:pt x="1" y="608"/>
                  </a:lnTo>
                  <a:lnTo>
                    <a:pt x="1" y="1"/>
                  </a:lnTo>
                  <a:lnTo>
                    <a:pt x="495" y="1"/>
                  </a:lnTo>
                  <a:lnTo>
                    <a:pt x="495" y="157"/>
                  </a:lnTo>
                  <a:lnTo>
                    <a:pt x="200" y="157"/>
                  </a:lnTo>
                  <a:lnTo>
                    <a:pt x="200" y="226"/>
                  </a:lnTo>
                  <a:lnTo>
                    <a:pt x="460" y="226"/>
                  </a:lnTo>
                  <a:lnTo>
                    <a:pt x="460" y="373"/>
                  </a:lnTo>
                  <a:lnTo>
                    <a:pt x="200" y="373"/>
                  </a:lnTo>
                  <a:lnTo>
                    <a:pt x="200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1785;p33">
              <a:extLst>
                <a:ext uri="{FF2B5EF4-FFF2-40B4-BE49-F238E27FC236}">
                  <a16:creationId xmlns:a16="http://schemas.microsoft.com/office/drawing/2014/main" id="{79308051-10A7-A4ED-2BA4-0B7CFDC83E75}"/>
                </a:ext>
              </a:extLst>
            </p:cNvPr>
            <p:cNvSpPr/>
            <p:nvPr/>
          </p:nvSpPr>
          <p:spPr>
            <a:xfrm>
              <a:off x="6855021" y="4087624"/>
              <a:ext cx="80111" cy="72373"/>
            </a:xfrm>
            <a:custGeom>
              <a:avLst/>
              <a:gdLst/>
              <a:ahLst/>
              <a:cxnLst/>
              <a:rect l="l" t="t" r="r" b="b"/>
              <a:pathLst>
                <a:path w="673" h="608" extrusionOk="0">
                  <a:moveTo>
                    <a:pt x="438" y="608"/>
                  </a:moveTo>
                  <a:lnTo>
                    <a:pt x="334" y="447"/>
                  </a:lnTo>
                  <a:lnTo>
                    <a:pt x="230" y="608"/>
                  </a:lnTo>
                  <a:lnTo>
                    <a:pt x="0" y="608"/>
                  </a:lnTo>
                  <a:lnTo>
                    <a:pt x="217" y="304"/>
                  </a:lnTo>
                  <a:lnTo>
                    <a:pt x="5" y="1"/>
                  </a:lnTo>
                  <a:lnTo>
                    <a:pt x="235" y="1"/>
                  </a:lnTo>
                  <a:lnTo>
                    <a:pt x="339" y="157"/>
                  </a:lnTo>
                  <a:lnTo>
                    <a:pt x="438" y="1"/>
                  </a:lnTo>
                  <a:lnTo>
                    <a:pt x="659" y="1"/>
                  </a:lnTo>
                  <a:lnTo>
                    <a:pt x="451" y="295"/>
                  </a:lnTo>
                  <a:lnTo>
                    <a:pt x="672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1786;p33">
              <a:extLst>
                <a:ext uri="{FF2B5EF4-FFF2-40B4-BE49-F238E27FC236}">
                  <a16:creationId xmlns:a16="http://schemas.microsoft.com/office/drawing/2014/main" id="{72197FC3-1947-42D1-FA0A-668C74A16130}"/>
                </a:ext>
              </a:extLst>
            </p:cNvPr>
            <p:cNvSpPr/>
            <p:nvPr/>
          </p:nvSpPr>
          <p:spPr>
            <a:xfrm>
              <a:off x="6931442" y="4087624"/>
              <a:ext cx="67136" cy="72373"/>
            </a:xfrm>
            <a:custGeom>
              <a:avLst/>
              <a:gdLst/>
              <a:ahLst/>
              <a:cxnLst/>
              <a:rect l="l" t="t" r="r" b="b"/>
              <a:pathLst>
                <a:path w="564" h="608" extrusionOk="0">
                  <a:moveTo>
                    <a:pt x="178" y="161"/>
                  </a:moveTo>
                  <a:lnTo>
                    <a:pt x="0" y="161"/>
                  </a:lnTo>
                  <a:lnTo>
                    <a:pt x="0" y="1"/>
                  </a:lnTo>
                  <a:lnTo>
                    <a:pt x="564" y="1"/>
                  </a:lnTo>
                  <a:lnTo>
                    <a:pt x="564" y="161"/>
                  </a:lnTo>
                  <a:lnTo>
                    <a:pt x="386" y="161"/>
                  </a:lnTo>
                  <a:lnTo>
                    <a:pt x="386" y="608"/>
                  </a:lnTo>
                  <a:lnTo>
                    <a:pt x="178" y="6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1787;p33">
              <a:extLst>
                <a:ext uri="{FF2B5EF4-FFF2-40B4-BE49-F238E27FC236}">
                  <a16:creationId xmlns:a16="http://schemas.microsoft.com/office/drawing/2014/main" id="{DFF5EDB4-7742-278B-6834-79156D6B8C3A}"/>
                </a:ext>
              </a:extLst>
            </p:cNvPr>
            <p:cNvSpPr/>
            <p:nvPr/>
          </p:nvSpPr>
          <p:spPr>
            <a:xfrm>
              <a:off x="6244968" y="1999521"/>
              <a:ext cx="1213443" cy="1213443"/>
            </a:xfrm>
            <a:custGeom>
              <a:avLst/>
              <a:gdLst/>
              <a:ahLst/>
              <a:cxnLst/>
              <a:rect l="l" t="t" r="r" b="b"/>
              <a:pathLst>
                <a:path w="10194" h="10194" extrusionOk="0">
                  <a:moveTo>
                    <a:pt x="10194" y="5099"/>
                  </a:moveTo>
                  <a:cubicBezTo>
                    <a:pt x="10194" y="7913"/>
                    <a:pt x="7913" y="10194"/>
                    <a:pt x="5095" y="10194"/>
                  </a:cubicBezTo>
                  <a:cubicBezTo>
                    <a:pt x="2281" y="10194"/>
                    <a:pt x="1" y="7913"/>
                    <a:pt x="1" y="5099"/>
                  </a:cubicBezTo>
                  <a:cubicBezTo>
                    <a:pt x="1" y="2281"/>
                    <a:pt x="2281" y="0"/>
                    <a:pt x="5095" y="0"/>
                  </a:cubicBezTo>
                  <a:cubicBezTo>
                    <a:pt x="7913" y="0"/>
                    <a:pt x="10194" y="2281"/>
                    <a:pt x="10194" y="50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1788;p33">
              <a:extLst>
                <a:ext uri="{FF2B5EF4-FFF2-40B4-BE49-F238E27FC236}">
                  <a16:creationId xmlns:a16="http://schemas.microsoft.com/office/drawing/2014/main" id="{08F22B70-70C9-21FC-E2D4-A522529155C8}"/>
                </a:ext>
              </a:extLst>
            </p:cNvPr>
            <p:cNvSpPr/>
            <p:nvPr/>
          </p:nvSpPr>
          <p:spPr>
            <a:xfrm>
              <a:off x="7197723" y="1471008"/>
              <a:ext cx="100227" cy="79634"/>
            </a:xfrm>
            <a:custGeom>
              <a:avLst/>
              <a:gdLst/>
              <a:ahLst/>
              <a:cxnLst/>
              <a:rect l="l" t="t" r="r" b="b"/>
              <a:pathLst>
                <a:path w="842" h="669" extrusionOk="0">
                  <a:moveTo>
                    <a:pt x="421" y="1"/>
                  </a:moveTo>
                  <a:cubicBezTo>
                    <a:pt x="256" y="1"/>
                    <a:pt x="109" y="70"/>
                    <a:pt x="0" y="178"/>
                  </a:cubicBezTo>
                  <a:lnTo>
                    <a:pt x="61" y="239"/>
                  </a:lnTo>
                  <a:cubicBezTo>
                    <a:pt x="156" y="148"/>
                    <a:pt x="282" y="92"/>
                    <a:pt x="421" y="92"/>
                  </a:cubicBezTo>
                  <a:cubicBezTo>
                    <a:pt x="560" y="92"/>
                    <a:pt x="685" y="148"/>
                    <a:pt x="776" y="239"/>
                  </a:cubicBezTo>
                  <a:lnTo>
                    <a:pt x="841" y="178"/>
                  </a:lnTo>
                  <a:cubicBezTo>
                    <a:pt x="733" y="70"/>
                    <a:pt x="586" y="1"/>
                    <a:pt x="421" y="1"/>
                  </a:cubicBezTo>
                  <a:close/>
                  <a:moveTo>
                    <a:pt x="122" y="300"/>
                  </a:moveTo>
                  <a:lnTo>
                    <a:pt x="187" y="360"/>
                  </a:lnTo>
                  <a:cubicBezTo>
                    <a:pt x="243" y="300"/>
                    <a:pt x="330" y="265"/>
                    <a:pt x="421" y="265"/>
                  </a:cubicBezTo>
                  <a:cubicBezTo>
                    <a:pt x="512" y="265"/>
                    <a:pt x="594" y="300"/>
                    <a:pt x="655" y="360"/>
                  </a:cubicBezTo>
                  <a:lnTo>
                    <a:pt x="716" y="300"/>
                  </a:lnTo>
                  <a:cubicBezTo>
                    <a:pt x="642" y="222"/>
                    <a:pt x="538" y="174"/>
                    <a:pt x="421" y="174"/>
                  </a:cubicBezTo>
                  <a:cubicBezTo>
                    <a:pt x="304" y="174"/>
                    <a:pt x="200" y="222"/>
                    <a:pt x="122" y="300"/>
                  </a:cubicBezTo>
                  <a:close/>
                  <a:moveTo>
                    <a:pt x="260" y="434"/>
                  </a:moveTo>
                  <a:lnTo>
                    <a:pt x="321" y="495"/>
                  </a:lnTo>
                  <a:cubicBezTo>
                    <a:pt x="347" y="473"/>
                    <a:pt x="382" y="456"/>
                    <a:pt x="421" y="456"/>
                  </a:cubicBezTo>
                  <a:cubicBezTo>
                    <a:pt x="460" y="456"/>
                    <a:pt x="495" y="473"/>
                    <a:pt x="521" y="495"/>
                  </a:cubicBezTo>
                  <a:lnTo>
                    <a:pt x="581" y="434"/>
                  </a:lnTo>
                  <a:cubicBezTo>
                    <a:pt x="538" y="395"/>
                    <a:pt x="482" y="369"/>
                    <a:pt x="421" y="369"/>
                  </a:cubicBezTo>
                  <a:cubicBezTo>
                    <a:pt x="356" y="369"/>
                    <a:pt x="299" y="395"/>
                    <a:pt x="260" y="434"/>
                  </a:cubicBezTo>
                  <a:close/>
                  <a:moveTo>
                    <a:pt x="421" y="525"/>
                  </a:moveTo>
                  <a:cubicBezTo>
                    <a:pt x="382" y="525"/>
                    <a:pt x="351" y="555"/>
                    <a:pt x="351" y="595"/>
                  </a:cubicBezTo>
                  <a:cubicBezTo>
                    <a:pt x="351" y="634"/>
                    <a:pt x="382" y="668"/>
                    <a:pt x="421" y="668"/>
                  </a:cubicBezTo>
                  <a:cubicBezTo>
                    <a:pt x="460" y="668"/>
                    <a:pt x="490" y="634"/>
                    <a:pt x="490" y="595"/>
                  </a:cubicBezTo>
                  <a:cubicBezTo>
                    <a:pt x="490" y="555"/>
                    <a:pt x="460" y="525"/>
                    <a:pt x="421" y="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1789;p33">
              <a:extLst>
                <a:ext uri="{FF2B5EF4-FFF2-40B4-BE49-F238E27FC236}">
                  <a16:creationId xmlns:a16="http://schemas.microsoft.com/office/drawing/2014/main" id="{48F6C56A-BD3B-6353-A7E0-05DEF4825BDC}"/>
                </a:ext>
              </a:extLst>
            </p:cNvPr>
            <p:cNvSpPr/>
            <p:nvPr/>
          </p:nvSpPr>
          <p:spPr>
            <a:xfrm>
              <a:off x="7085235" y="1482912"/>
              <a:ext cx="88800" cy="64636"/>
            </a:xfrm>
            <a:custGeom>
              <a:avLst/>
              <a:gdLst/>
              <a:ahLst/>
              <a:cxnLst/>
              <a:rect l="l" t="t" r="r" b="b"/>
              <a:pathLst>
                <a:path w="746" h="543" extrusionOk="0">
                  <a:moveTo>
                    <a:pt x="0" y="542"/>
                  </a:moveTo>
                  <a:lnTo>
                    <a:pt x="91" y="542"/>
                  </a:lnTo>
                  <a:lnTo>
                    <a:pt x="91" y="395"/>
                  </a:lnTo>
                  <a:lnTo>
                    <a:pt x="0" y="395"/>
                  </a:lnTo>
                  <a:close/>
                  <a:moveTo>
                    <a:pt x="165" y="542"/>
                  </a:moveTo>
                  <a:lnTo>
                    <a:pt x="252" y="542"/>
                  </a:lnTo>
                  <a:lnTo>
                    <a:pt x="252" y="299"/>
                  </a:lnTo>
                  <a:lnTo>
                    <a:pt x="165" y="299"/>
                  </a:lnTo>
                  <a:close/>
                  <a:moveTo>
                    <a:pt x="330" y="542"/>
                  </a:moveTo>
                  <a:lnTo>
                    <a:pt x="416" y="542"/>
                  </a:lnTo>
                  <a:lnTo>
                    <a:pt x="416" y="200"/>
                  </a:lnTo>
                  <a:lnTo>
                    <a:pt x="330" y="200"/>
                  </a:lnTo>
                  <a:close/>
                  <a:moveTo>
                    <a:pt x="494" y="542"/>
                  </a:moveTo>
                  <a:lnTo>
                    <a:pt x="581" y="542"/>
                  </a:lnTo>
                  <a:lnTo>
                    <a:pt x="581" y="100"/>
                  </a:lnTo>
                  <a:lnTo>
                    <a:pt x="494" y="100"/>
                  </a:lnTo>
                  <a:close/>
                  <a:moveTo>
                    <a:pt x="659" y="542"/>
                  </a:moveTo>
                  <a:lnTo>
                    <a:pt x="746" y="542"/>
                  </a:lnTo>
                  <a:lnTo>
                    <a:pt x="746" y="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1790;p33">
              <a:extLst>
                <a:ext uri="{FF2B5EF4-FFF2-40B4-BE49-F238E27FC236}">
                  <a16:creationId xmlns:a16="http://schemas.microsoft.com/office/drawing/2014/main" id="{6F2627C9-60C9-AD0B-4F26-3634285BB43B}"/>
                </a:ext>
              </a:extLst>
            </p:cNvPr>
            <p:cNvSpPr/>
            <p:nvPr/>
          </p:nvSpPr>
          <p:spPr>
            <a:xfrm>
              <a:off x="7324138" y="1485412"/>
              <a:ext cx="132248" cy="63684"/>
            </a:xfrm>
            <a:custGeom>
              <a:avLst/>
              <a:gdLst/>
              <a:ahLst/>
              <a:cxnLst/>
              <a:rect l="l" t="t" r="r" b="b"/>
              <a:pathLst>
                <a:path w="1111" h="535" extrusionOk="0">
                  <a:moveTo>
                    <a:pt x="1037" y="417"/>
                  </a:moveTo>
                  <a:cubicBezTo>
                    <a:pt x="1037" y="469"/>
                    <a:pt x="993" y="508"/>
                    <a:pt x="941" y="508"/>
                  </a:cubicBezTo>
                  <a:lnTo>
                    <a:pt x="118" y="508"/>
                  </a:lnTo>
                  <a:cubicBezTo>
                    <a:pt x="66" y="508"/>
                    <a:pt x="22" y="469"/>
                    <a:pt x="22" y="417"/>
                  </a:cubicBezTo>
                  <a:lnTo>
                    <a:pt x="22" y="118"/>
                  </a:lnTo>
                  <a:cubicBezTo>
                    <a:pt x="22" y="66"/>
                    <a:pt x="66" y="23"/>
                    <a:pt x="118" y="23"/>
                  </a:cubicBezTo>
                  <a:lnTo>
                    <a:pt x="941" y="23"/>
                  </a:lnTo>
                  <a:cubicBezTo>
                    <a:pt x="993" y="23"/>
                    <a:pt x="1037" y="66"/>
                    <a:pt x="1037" y="118"/>
                  </a:cubicBezTo>
                  <a:close/>
                  <a:moveTo>
                    <a:pt x="1058" y="196"/>
                  </a:moveTo>
                  <a:lnTo>
                    <a:pt x="1058" y="118"/>
                  </a:lnTo>
                  <a:cubicBezTo>
                    <a:pt x="1058" y="53"/>
                    <a:pt x="1006" y="1"/>
                    <a:pt x="941" y="1"/>
                  </a:cubicBezTo>
                  <a:lnTo>
                    <a:pt x="118" y="1"/>
                  </a:lnTo>
                  <a:cubicBezTo>
                    <a:pt x="53" y="1"/>
                    <a:pt x="1" y="53"/>
                    <a:pt x="1" y="118"/>
                  </a:cubicBezTo>
                  <a:lnTo>
                    <a:pt x="1" y="417"/>
                  </a:lnTo>
                  <a:cubicBezTo>
                    <a:pt x="1" y="478"/>
                    <a:pt x="53" y="534"/>
                    <a:pt x="118" y="534"/>
                  </a:cubicBezTo>
                  <a:lnTo>
                    <a:pt x="941" y="534"/>
                  </a:lnTo>
                  <a:cubicBezTo>
                    <a:pt x="1006" y="534"/>
                    <a:pt x="1058" y="478"/>
                    <a:pt x="1058" y="417"/>
                  </a:cubicBezTo>
                  <a:lnTo>
                    <a:pt x="1058" y="335"/>
                  </a:lnTo>
                  <a:lnTo>
                    <a:pt x="1110" y="335"/>
                  </a:lnTo>
                  <a:lnTo>
                    <a:pt x="1110" y="196"/>
                  </a:lnTo>
                  <a:close/>
                  <a:moveTo>
                    <a:pt x="57" y="127"/>
                  </a:moveTo>
                  <a:lnTo>
                    <a:pt x="57" y="408"/>
                  </a:lnTo>
                  <a:cubicBezTo>
                    <a:pt x="57" y="447"/>
                    <a:pt x="87" y="478"/>
                    <a:pt x="126" y="478"/>
                  </a:cubicBezTo>
                  <a:lnTo>
                    <a:pt x="772" y="478"/>
                  </a:lnTo>
                  <a:lnTo>
                    <a:pt x="772" y="57"/>
                  </a:lnTo>
                  <a:lnTo>
                    <a:pt x="126" y="57"/>
                  </a:lnTo>
                  <a:cubicBezTo>
                    <a:pt x="87" y="57"/>
                    <a:pt x="57" y="88"/>
                    <a:pt x="5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1791;p33">
              <a:extLst>
                <a:ext uri="{FF2B5EF4-FFF2-40B4-BE49-F238E27FC236}">
                  <a16:creationId xmlns:a16="http://schemas.microsoft.com/office/drawing/2014/main" id="{4D4E3010-66F6-5B69-C571-9686F09C9502}"/>
                </a:ext>
              </a:extLst>
            </p:cNvPr>
            <p:cNvSpPr/>
            <p:nvPr/>
          </p:nvSpPr>
          <p:spPr>
            <a:xfrm>
              <a:off x="6244492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47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47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78" y="0"/>
                    <a:pt x="187" y="0"/>
                  </a:cubicBezTo>
                  <a:cubicBezTo>
                    <a:pt x="295" y="0"/>
                    <a:pt x="377" y="83"/>
                    <a:pt x="377" y="230"/>
                  </a:cubicBezTo>
                  <a:cubicBezTo>
                    <a:pt x="377" y="377"/>
                    <a:pt x="295" y="464"/>
                    <a:pt x="187" y="464"/>
                  </a:cubicBezTo>
                  <a:cubicBezTo>
                    <a:pt x="78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1792;p33">
              <a:extLst>
                <a:ext uri="{FF2B5EF4-FFF2-40B4-BE49-F238E27FC236}">
                  <a16:creationId xmlns:a16="http://schemas.microsoft.com/office/drawing/2014/main" id="{7BEA605A-8B2F-24E5-B2B6-3D761406CBFC}"/>
                </a:ext>
              </a:extLst>
            </p:cNvPr>
            <p:cNvSpPr/>
            <p:nvPr/>
          </p:nvSpPr>
          <p:spPr>
            <a:xfrm>
              <a:off x="6301747" y="1482912"/>
              <a:ext cx="43924" cy="55351"/>
            </a:xfrm>
            <a:custGeom>
              <a:avLst/>
              <a:gdLst/>
              <a:ahLst/>
              <a:cxnLst/>
              <a:rect l="l" t="t" r="r" b="b"/>
              <a:pathLst>
                <a:path w="369" h="465" extrusionOk="0">
                  <a:moveTo>
                    <a:pt x="96" y="126"/>
                  </a:moveTo>
                  <a:cubicBezTo>
                    <a:pt x="96" y="165"/>
                    <a:pt x="131" y="191"/>
                    <a:pt x="183" y="191"/>
                  </a:cubicBezTo>
                  <a:cubicBezTo>
                    <a:pt x="235" y="191"/>
                    <a:pt x="269" y="165"/>
                    <a:pt x="269" y="126"/>
                  </a:cubicBezTo>
                  <a:cubicBezTo>
                    <a:pt x="269" y="87"/>
                    <a:pt x="235" y="65"/>
                    <a:pt x="183" y="65"/>
                  </a:cubicBezTo>
                  <a:cubicBezTo>
                    <a:pt x="131" y="65"/>
                    <a:pt x="96" y="87"/>
                    <a:pt x="96" y="126"/>
                  </a:cubicBezTo>
                  <a:close/>
                  <a:moveTo>
                    <a:pt x="282" y="325"/>
                  </a:moveTo>
                  <a:cubicBezTo>
                    <a:pt x="282" y="282"/>
                    <a:pt x="243" y="252"/>
                    <a:pt x="183" y="252"/>
                  </a:cubicBezTo>
                  <a:cubicBezTo>
                    <a:pt x="122" y="252"/>
                    <a:pt x="83" y="282"/>
                    <a:pt x="83" y="325"/>
                  </a:cubicBezTo>
                  <a:cubicBezTo>
                    <a:pt x="83" y="369"/>
                    <a:pt x="122" y="399"/>
                    <a:pt x="183" y="399"/>
                  </a:cubicBezTo>
                  <a:cubicBezTo>
                    <a:pt x="243" y="399"/>
                    <a:pt x="282" y="369"/>
                    <a:pt x="282" y="325"/>
                  </a:cubicBezTo>
                  <a:close/>
                  <a:moveTo>
                    <a:pt x="369" y="325"/>
                  </a:moveTo>
                  <a:cubicBezTo>
                    <a:pt x="369" y="412"/>
                    <a:pt x="295" y="464"/>
                    <a:pt x="183" y="464"/>
                  </a:cubicBezTo>
                  <a:cubicBezTo>
                    <a:pt x="70" y="464"/>
                    <a:pt x="0" y="412"/>
                    <a:pt x="0" y="325"/>
                  </a:cubicBezTo>
                  <a:cubicBezTo>
                    <a:pt x="0" y="278"/>
                    <a:pt x="22" y="239"/>
                    <a:pt x="70" y="221"/>
                  </a:cubicBezTo>
                  <a:cubicBezTo>
                    <a:pt x="35" y="200"/>
                    <a:pt x="13" y="165"/>
                    <a:pt x="13" y="126"/>
                  </a:cubicBezTo>
                  <a:cubicBezTo>
                    <a:pt x="13" y="48"/>
                    <a:pt x="83" y="0"/>
                    <a:pt x="183" y="0"/>
                  </a:cubicBezTo>
                  <a:cubicBezTo>
                    <a:pt x="282" y="0"/>
                    <a:pt x="352" y="48"/>
                    <a:pt x="352" y="126"/>
                  </a:cubicBezTo>
                  <a:cubicBezTo>
                    <a:pt x="352" y="165"/>
                    <a:pt x="330" y="200"/>
                    <a:pt x="295" y="221"/>
                  </a:cubicBezTo>
                  <a:cubicBezTo>
                    <a:pt x="343" y="239"/>
                    <a:pt x="369" y="278"/>
                    <a:pt x="369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1793;p33">
              <a:extLst>
                <a:ext uri="{FF2B5EF4-FFF2-40B4-BE49-F238E27FC236}">
                  <a16:creationId xmlns:a16="http://schemas.microsoft.com/office/drawing/2014/main" id="{D6C48D5B-C2E7-55C2-BBF2-4035C8B09E8D}"/>
                </a:ext>
              </a:extLst>
            </p:cNvPr>
            <p:cNvSpPr/>
            <p:nvPr/>
          </p:nvSpPr>
          <p:spPr>
            <a:xfrm>
              <a:off x="6357456" y="1495768"/>
              <a:ext cx="12499" cy="41900"/>
            </a:xfrm>
            <a:custGeom>
              <a:avLst/>
              <a:gdLst/>
              <a:ahLst/>
              <a:cxnLst/>
              <a:rect l="l" t="t" r="r" b="b"/>
              <a:pathLst>
                <a:path w="105" h="352" extrusionOk="0">
                  <a:moveTo>
                    <a:pt x="1" y="300"/>
                  </a:moveTo>
                  <a:cubicBezTo>
                    <a:pt x="1" y="269"/>
                    <a:pt x="22" y="248"/>
                    <a:pt x="53" y="248"/>
                  </a:cubicBezTo>
                  <a:cubicBezTo>
                    <a:pt x="83" y="248"/>
                    <a:pt x="105" y="269"/>
                    <a:pt x="105" y="300"/>
                  </a:cubicBezTo>
                  <a:cubicBezTo>
                    <a:pt x="105" y="330"/>
                    <a:pt x="83" y="352"/>
                    <a:pt x="53" y="352"/>
                  </a:cubicBezTo>
                  <a:cubicBezTo>
                    <a:pt x="22" y="352"/>
                    <a:pt x="1" y="330"/>
                    <a:pt x="1" y="300"/>
                  </a:cubicBezTo>
                  <a:close/>
                  <a:moveTo>
                    <a:pt x="1" y="53"/>
                  </a:moveTo>
                  <a:cubicBezTo>
                    <a:pt x="1" y="22"/>
                    <a:pt x="22" y="1"/>
                    <a:pt x="53" y="1"/>
                  </a:cubicBezTo>
                  <a:cubicBezTo>
                    <a:pt x="83" y="1"/>
                    <a:pt x="105" y="22"/>
                    <a:pt x="105" y="53"/>
                  </a:cubicBezTo>
                  <a:cubicBezTo>
                    <a:pt x="105" y="83"/>
                    <a:pt x="83" y="109"/>
                    <a:pt x="53" y="109"/>
                  </a:cubicBezTo>
                  <a:cubicBezTo>
                    <a:pt x="22" y="109"/>
                    <a:pt x="1" y="83"/>
                    <a:pt x="1" y="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1794;p33">
              <a:extLst>
                <a:ext uri="{FF2B5EF4-FFF2-40B4-BE49-F238E27FC236}">
                  <a16:creationId xmlns:a16="http://schemas.microsoft.com/office/drawing/2014/main" id="{CC6723A9-CBE1-C6CF-0F5B-7FBF89E295E2}"/>
                </a:ext>
              </a:extLst>
            </p:cNvPr>
            <p:cNvSpPr/>
            <p:nvPr/>
          </p:nvSpPr>
          <p:spPr>
            <a:xfrm>
              <a:off x="6382215" y="1482912"/>
              <a:ext cx="45114" cy="55351"/>
            </a:xfrm>
            <a:custGeom>
              <a:avLst/>
              <a:gdLst/>
              <a:ahLst/>
              <a:cxnLst/>
              <a:rect l="l" t="t" r="r" b="b"/>
              <a:pathLst>
                <a:path w="379" h="465" extrusionOk="0">
                  <a:moveTo>
                    <a:pt x="296" y="230"/>
                  </a:moveTo>
                  <a:cubicBezTo>
                    <a:pt x="296" y="122"/>
                    <a:pt x="252" y="70"/>
                    <a:pt x="192" y="70"/>
                  </a:cubicBezTo>
                  <a:cubicBezTo>
                    <a:pt x="127" y="70"/>
                    <a:pt x="88" y="122"/>
                    <a:pt x="88" y="230"/>
                  </a:cubicBezTo>
                  <a:cubicBezTo>
                    <a:pt x="88" y="338"/>
                    <a:pt x="127" y="390"/>
                    <a:pt x="192" y="390"/>
                  </a:cubicBezTo>
                  <a:cubicBezTo>
                    <a:pt x="252" y="390"/>
                    <a:pt x="296" y="338"/>
                    <a:pt x="296" y="230"/>
                  </a:cubicBezTo>
                  <a:close/>
                  <a:moveTo>
                    <a:pt x="1" y="230"/>
                  </a:moveTo>
                  <a:cubicBezTo>
                    <a:pt x="1" y="83"/>
                    <a:pt x="83" y="0"/>
                    <a:pt x="192" y="0"/>
                  </a:cubicBezTo>
                  <a:cubicBezTo>
                    <a:pt x="296" y="0"/>
                    <a:pt x="378" y="83"/>
                    <a:pt x="378" y="230"/>
                  </a:cubicBezTo>
                  <a:cubicBezTo>
                    <a:pt x="378" y="377"/>
                    <a:pt x="296" y="464"/>
                    <a:pt x="192" y="464"/>
                  </a:cubicBezTo>
                  <a:cubicBezTo>
                    <a:pt x="83" y="464"/>
                    <a:pt x="1" y="377"/>
                    <a:pt x="1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1795;p33">
              <a:extLst>
                <a:ext uri="{FF2B5EF4-FFF2-40B4-BE49-F238E27FC236}">
                  <a16:creationId xmlns:a16="http://schemas.microsoft.com/office/drawing/2014/main" id="{B9BDF141-2A3E-4B67-B1A3-4E30532DC1DF}"/>
                </a:ext>
              </a:extLst>
            </p:cNvPr>
            <p:cNvSpPr/>
            <p:nvPr/>
          </p:nvSpPr>
          <p:spPr>
            <a:xfrm>
              <a:off x="6440066" y="1482912"/>
              <a:ext cx="44995" cy="55351"/>
            </a:xfrm>
            <a:custGeom>
              <a:avLst/>
              <a:gdLst/>
              <a:ahLst/>
              <a:cxnLst/>
              <a:rect l="l" t="t" r="r" b="b"/>
              <a:pathLst>
                <a:path w="378" h="465" extrusionOk="0">
                  <a:moveTo>
                    <a:pt x="291" y="230"/>
                  </a:moveTo>
                  <a:cubicBezTo>
                    <a:pt x="291" y="122"/>
                    <a:pt x="248" y="70"/>
                    <a:pt x="187" y="70"/>
                  </a:cubicBezTo>
                  <a:cubicBezTo>
                    <a:pt x="126" y="70"/>
                    <a:pt x="83" y="122"/>
                    <a:pt x="83" y="230"/>
                  </a:cubicBezTo>
                  <a:cubicBezTo>
                    <a:pt x="83" y="338"/>
                    <a:pt x="126" y="390"/>
                    <a:pt x="187" y="390"/>
                  </a:cubicBezTo>
                  <a:cubicBezTo>
                    <a:pt x="248" y="390"/>
                    <a:pt x="291" y="338"/>
                    <a:pt x="291" y="230"/>
                  </a:cubicBezTo>
                  <a:close/>
                  <a:moveTo>
                    <a:pt x="0" y="230"/>
                  </a:moveTo>
                  <a:cubicBezTo>
                    <a:pt x="0" y="83"/>
                    <a:pt x="79" y="0"/>
                    <a:pt x="187" y="0"/>
                  </a:cubicBezTo>
                  <a:cubicBezTo>
                    <a:pt x="295" y="0"/>
                    <a:pt x="378" y="83"/>
                    <a:pt x="378" y="230"/>
                  </a:cubicBezTo>
                  <a:cubicBezTo>
                    <a:pt x="378" y="377"/>
                    <a:pt x="295" y="464"/>
                    <a:pt x="187" y="464"/>
                  </a:cubicBezTo>
                  <a:cubicBezTo>
                    <a:pt x="79" y="464"/>
                    <a:pt x="0" y="377"/>
                    <a:pt x="0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1796;p33">
              <a:extLst>
                <a:ext uri="{FF2B5EF4-FFF2-40B4-BE49-F238E27FC236}">
                  <a16:creationId xmlns:a16="http://schemas.microsoft.com/office/drawing/2014/main" id="{DC08654D-9E9C-A793-7CB3-7EBE53ED9B05}"/>
                </a:ext>
              </a:extLst>
            </p:cNvPr>
            <p:cNvSpPr txBox="1"/>
            <p:nvPr/>
          </p:nvSpPr>
          <p:spPr>
            <a:xfrm>
              <a:off x="6018887" y="3276409"/>
              <a:ext cx="1681279" cy="726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After payment done, a receipt will send through Telegram.</a:t>
              </a:r>
              <a:endParaRPr sz="11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79" name="Google Shape;1871;p33">
            <a:extLst>
              <a:ext uri="{FF2B5EF4-FFF2-40B4-BE49-F238E27FC236}">
                <a16:creationId xmlns:a16="http://schemas.microsoft.com/office/drawing/2014/main" id="{336E19F1-A2E5-C2FB-9A1E-886D9E0D9398}"/>
              </a:ext>
            </a:extLst>
          </p:cNvPr>
          <p:cNvSpPr txBox="1"/>
          <p:nvPr/>
        </p:nvSpPr>
        <p:spPr>
          <a:xfrm>
            <a:off x="3350798" y="4860098"/>
            <a:ext cx="2518148" cy="21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" panose="020B0503050000020004" pitchFamily="34" charset="0"/>
                <a:ea typeface="Fira Sans Extra Condensed"/>
                <a:cs typeface="Fira Sans Extra Condensed"/>
                <a:sym typeface="Fira Sans Extra Condensed"/>
              </a:rPr>
              <a:t>Snap Photo Function</a:t>
            </a:r>
            <a:endParaRPr sz="1800" b="1" dirty="0">
              <a:solidFill>
                <a:srgbClr val="000000"/>
              </a:solidFill>
              <a:latin typeface="Fira Sans" panose="020B0503050000020004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80" name="Google Shape;1872;p33">
            <a:extLst>
              <a:ext uri="{FF2B5EF4-FFF2-40B4-BE49-F238E27FC236}">
                <a16:creationId xmlns:a16="http://schemas.microsoft.com/office/drawing/2014/main" id="{19F5104A-84F3-0897-7DC5-39D39CB5CCD6}"/>
              </a:ext>
            </a:extLst>
          </p:cNvPr>
          <p:cNvSpPr txBox="1"/>
          <p:nvPr/>
        </p:nvSpPr>
        <p:spPr>
          <a:xfrm>
            <a:off x="307956" y="4869045"/>
            <a:ext cx="2804452" cy="23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View Transaction History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81" name="Google Shape;1873;p33">
            <a:extLst>
              <a:ext uri="{FF2B5EF4-FFF2-40B4-BE49-F238E27FC236}">
                <a16:creationId xmlns:a16="http://schemas.microsoft.com/office/drawing/2014/main" id="{28F14A09-35F5-C1D6-6144-2F5CE1E419F4}"/>
              </a:ext>
            </a:extLst>
          </p:cNvPr>
          <p:cNvSpPr txBox="1"/>
          <p:nvPr/>
        </p:nvSpPr>
        <p:spPr>
          <a:xfrm>
            <a:off x="6416810" y="4863828"/>
            <a:ext cx="2119320" cy="23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Receipt 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2301" name="Picture 2300">
            <a:extLst>
              <a:ext uri="{FF2B5EF4-FFF2-40B4-BE49-F238E27FC236}">
                <a16:creationId xmlns:a16="http://schemas.microsoft.com/office/drawing/2014/main" id="{479FC09B-E5B4-265B-F576-67B9D8411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80" y="911097"/>
            <a:ext cx="616277" cy="616277"/>
          </a:xfrm>
          <a:prstGeom prst="rect">
            <a:avLst/>
          </a:prstGeom>
        </p:spPr>
      </p:pic>
      <p:grpSp>
        <p:nvGrpSpPr>
          <p:cNvPr id="2302" name="Google Shape;1874;p33">
            <a:extLst>
              <a:ext uri="{FF2B5EF4-FFF2-40B4-BE49-F238E27FC236}">
                <a16:creationId xmlns:a16="http://schemas.microsoft.com/office/drawing/2014/main" id="{F5C76AE9-6D90-9C98-A67E-9400336A096E}"/>
              </a:ext>
            </a:extLst>
          </p:cNvPr>
          <p:cNvGrpSpPr/>
          <p:nvPr/>
        </p:nvGrpSpPr>
        <p:grpSpPr>
          <a:xfrm>
            <a:off x="5289156" y="954330"/>
            <a:ext cx="3480263" cy="954537"/>
            <a:chOff x="2263400" y="2049300"/>
            <a:chExt cx="4591950" cy="2185350"/>
          </a:xfrm>
        </p:grpSpPr>
        <p:cxnSp>
          <p:nvCxnSpPr>
            <p:cNvPr id="2303" name="Google Shape;1875;p33">
              <a:extLst>
                <a:ext uri="{FF2B5EF4-FFF2-40B4-BE49-F238E27FC236}">
                  <a16:creationId xmlns:a16="http://schemas.microsoft.com/office/drawing/2014/main" id="{F53F208A-2F24-6786-C6DE-EA583EC35E1D}"/>
                </a:ext>
              </a:extLst>
            </p:cNvPr>
            <p:cNvCxnSpPr>
              <a:cxnSpLocks/>
              <a:stCxn id="2304" idx="3"/>
              <a:endCxn id="2305" idx="1"/>
            </p:cNvCxnSpPr>
            <p:nvPr/>
          </p:nvCxnSpPr>
          <p:spPr>
            <a:xfrm>
              <a:off x="2693600" y="226440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04" name="Google Shape;1876;p33">
              <a:extLst>
                <a:ext uri="{FF2B5EF4-FFF2-40B4-BE49-F238E27FC236}">
                  <a16:creationId xmlns:a16="http://schemas.microsoft.com/office/drawing/2014/main" id="{BF891C93-09B9-5E7F-F82E-4F39174C1A7F}"/>
                </a:ext>
              </a:extLst>
            </p:cNvPr>
            <p:cNvSpPr/>
            <p:nvPr/>
          </p:nvSpPr>
          <p:spPr>
            <a:xfrm>
              <a:off x="22634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1877;p33">
              <a:extLst>
                <a:ext uri="{FF2B5EF4-FFF2-40B4-BE49-F238E27FC236}">
                  <a16:creationId xmlns:a16="http://schemas.microsoft.com/office/drawing/2014/main" id="{09516168-AB72-16C5-4A49-940C7075ECF4}"/>
                </a:ext>
              </a:extLst>
            </p:cNvPr>
            <p:cNvSpPr/>
            <p:nvPr/>
          </p:nvSpPr>
          <p:spPr>
            <a:xfrm>
              <a:off x="35995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1878;p33">
              <a:extLst>
                <a:ext uri="{FF2B5EF4-FFF2-40B4-BE49-F238E27FC236}">
                  <a16:creationId xmlns:a16="http://schemas.microsoft.com/office/drawing/2014/main" id="{89263A8C-71CC-F8F1-EA28-22E956517336}"/>
                </a:ext>
              </a:extLst>
            </p:cNvPr>
            <p:cNvSpPr/>
            <p:nvPr/>
          </p:nvSpPr>
          <p:spPr>
            <a:xfrm>
              <a:off x="50891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1879;p33">
              <a:extLst>
                <a:ext uri="{FF2B5EF4-FFF2-40B4-BE49-F238E27FC236}">
                  <a16:creationId xmlns:a16="http://schemas.microsoft.com/office/drawing/2014/main" id="{D6B6B5A7-A301-EB4A-5A7D-4F744D104725}"/>
                </a:ext>
              </a:extLst>
            </p:cNvPr>
            <p:cNvSpPr/>
            <p:nvPr/>
          </p:nvSpPr>
          <p:spPr>
            <a:xfrm>
              <a:off x="64251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08" name="Google Shape;1881;p33">
              <a:extLst>
                <a:ext uri="{FF2B5EF4-FFF2-40B4-BE49-F238E27FC236}">
                  <a16:creationId xmlns:a16="http://schemas.microsoft.com/office/drawing/2014/main" id="{3F852960-F030-28F4-1D0F-9E9F2F0747D0}"/>
                </a:ext>
              </a:extLst>
            </p:cNvPr>
            <p:cNvCxnSpPr>
              <a:cxnSpLocks/>
              <a:stCxn id="2309" idx="3"/>
              <a:endCxn id="2310" idx="1"/>
            </p:cNvCxnSpPr>
            <p:nvPr/>
          </p:nvCxnSpPr>
          <p:spPr>
            <a:xfrm>
              <a:off x="2693600" y="3141975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09" name="Google Shape;1882;p33">
              <a:extLst>
                <a:ext uri="{FF2B5EF4-FFF2-40B4-BE49-F238E27FC236}">
                  <a16:creationId xmlns:a16="http://schemas.microsoft.com/office/drawing/2014/main" id="{55022316-9745-C857-91D2-170C2E0AF5CB}"/>
                </a:ext>
              </a:extLst>
            </p:cNvPr>
            <p:cNvSpPr/>
            <p:nvPr/>
          </p:nvSpPr>
          <p:spPr>
            <a:xfrm>
              <a:off x="22634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1883;p33">
              <a:extLst>
                <a:ext uri="{FF2B5EF4-FFF2-40B4-BE49-F238E27FC236}">
                  <a16:creationId xmlns:a16="http://schemas.microsoft.com/office/drawing/2014/main" id="{A4B8BFAC-3041-F0B2-E328-86DC0786E11B}"/>
                </a:ext>
              </a:extLst>
            </p:cNvPr>
            <p:cNvSpPr/>
            <p:nvPr/>
          </p:nvSpPr>
          <p:spPr>
            <a:xfrm>
              <a:off x="35995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1884;p33">
              <a:extLst>
                <a:ext uri="{FF2B5EF4-FFF2-40B4-BE49-F238E27FC236}">
                  <a16:creationId xmlns:a16="http://schemas.microsoft.com/office/drawing/2014/main" id="{57AF3A3F-91B3-1E2A-AD7C-BA485D06D626}"/>
                </a:ext>
              </a:extLst>
            </p:cNvPr>
            <p:cNvSpPr/>
            <p:nvPr/>
          </p:nvSpPr>
          <p:spPr>
            <a:xfrm>
              <a:off x="50891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1885;p33">
              <a:extLst>
                <a:ext uri="{FF2B5EF4-FFF2-40B4-BE49-F238E27FC236}">
                  <a16:creationId xmlns:a16="http://schemas.microsoft.com/office/drawing/2014/main" id="{E5C8E981-E12F-A530-9C02-8CC80A4854DF}"/>
                </a:ext>
              </a:extLst>
            </p:cNvPr>
            <p:cNvSpPr/>
            <p:nvPr/>
          </p:nvSpPr>
          <p:spPr>
            <a:xfrm>
              <a:off x="64251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13" name="Google Shape;1887;p33">
              <a:extLst>
                <a:ext uri="{FF2B5EF4-FFF2-40B4-BE49-F238E27FC236}">
                  <a16:creationId xmlns:a16="http://schemas.microsoft.com/office/drawing/2014/main" id="{88D2A69D-FAB5-FDE2-1CB6-9B829E646959}"/>
                </a:ext>
              </a:extLst>
            </p:cNvPr>
            <p:cNvCxnSpPr>
              <a:cxnSpLocks/>
              <a:stCxn id="2314" idx="3"/>
              <a:endCxn id="2315" idx="1"/>
            </p:cNvCxnSpPr>
            <p:nvPr/>
          </p:nvCxnSpPr>
          <p:spPr>
            <a:xfrm>
              <a:off x="2693600" y="401955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14" name="Google Shape;1888;p33">
              <a:extLst>
                <a:ext uri="{FF2B5EF4-FFF2-40B4-BE49-F238E27FC236}">
                  <a16:creationId xmlns:a16="http://schemas.microsoft.com/office/drawing/2014/main" id="{DC3620DC-7184-B6A1-C9BA-FED697F50091}"/>
                </a:ext>
              </a:extLst>
            </p:cNvPr>
            <p:cNvSpPr/>
            <p:nvPr/>
          </p:nvSpPr>
          <p:spPr>
            <a:xfrm>
              <a:off x="22634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1889;p33">
              <a:extLst>
                <a:ext uri="{FF2B5EF4-FFF2-40B4-BE49-F238E27FC236}">
                  <a16:creationId xmlns:a16="http://schemas.microsoft.com/office/drawing/2014/main" id="{E6A17EC8-4A0B-F0F1-5EA8-C3D7EDF02A18}"/>
                </a:ext>
              </a:extLst>
            </p:cNvPr>
            <p:cNvSpPr/>
            <p:nvPr/>
          </p:nvSpPr>
          <p:spPr>
            <a:xfrm>
              <a:off x="35995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1890;p33">
              <a:extLst>
                <a:ext uri="{FF2B5EF4-FFF2-40B4-BE49-F238E27FC236}">
                  <a16:creationId xmlns:a16="http://schemas.microsoft.com/office/drawing/2014/main" id="{74064A07-EE14-FA4C-EEF5-3273D86EDC4A}"/>
                </a:ext>
              </a:extLst>
            </p:cNvPr>
            <p:cNvSpPr/>
            <p:nvPr/>
          </p:nvSpPr>
          <p:spPr>
            <a:xfrm>
              <a:off x="50891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1891;p33">
              <a:extLst>
                <a:ext uri="{FF2B5EF4-FFF2-40B4-BE49-F238E27FC236}">
                  <a16:creationId xmlns:a16="http://schemas.microsoft.com/office/drawing/2014/main" id="{71976F0B-A3A9-88AA-2CF8-38472F72145E}"/>
                </a:ext>
              </a:extLst>
            </p:cNvPr>
            <p:cNvSpPr/>
            <p:nvPr/>
          </p:nvSpPr>
          <p:spPr>
            <a:xfrm>
              <a:off x="64251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8" name="Google Shape;1874;p33">
            <a:extLst>
              <a:ext uri="{FF2B5EF4-FFF2-40B4-BE49-F238E27FC236}">
                <a16:creationId xmlns:a16="http://schemas.microsoft.com/office/drawing/2014/main" id="{AAA1AAF2-FFE7-5886-4DD3-AFEA38C6D88C}"/>
              </a:ext>
            </a:extLst>
          </p:cNvPr>
          <p:cNvGrpSpPr/>
          <p:nvPr/>
        </p:nvGrpSpPr>
        <p:grpSpPr>
          <a:xfrm rot="10800000">
            <a:off x="3113829" y="3092543"/>
            <a:ext cx="3480263" cy="954537"/>
            <a:chOff x="2263400" y="2049300"/>
            <a:chExt cx="4591950" cy="2185350"/>
          </a:xfrm>
        </p:grpSpPr>
        <p:cxnSp>
          <p:nvCxnSpPr>
            <p:cNvPr id="2319" name="Google Shape;1875;p33">
              <a:extLst>
                <a:ext uri="{FF2B5EF4-FFF2-40B4-BE49-F238E27FC236}">
                  <a16:creationId xmlns:a16="http://schemas.microsoft.com/office/drawing/2014/main" id="{93514F83-5FBE-C88F-CAC4-1374776E707F}"/>
                </a:ext>
              </a:extLst>
            </p:cNvPr>
            <p:cNvCxnSpPr>
              <a:cxnSpLocks/>
              <a:stCxn id="2320" idx="3"/>
              <a:endCxn id="2321" idx="1"/>
            </p:cNvCxnSpPr>
            <p:nvPr/>
          </p:nvCxnSpPr>
          <p:spPr>
            <a:xfrm>
              <a:off x="2693600" y="226440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20" name="Google Shape;1876;p33">
              <a:extLst>
                <a:ext uri="{FF2B5EF4-FFF2-40B4-BE49-F238E27FC236}">
                  <a16:creationId xmlns:a16="http://schemas.microsoft.com/office/drawing/2014/main" id="{E2EA98EC-66EC-E028-4D17-D358639CAD67}"/>
                </a:ext>
              </a:extLst>
            </p:cNvPr>
            <p:cNvSpPr/>
            <p:nvPr/>
          </p:nvSpPr>
          <p:spPr>
            <a:xfrm>
              <a:off x="22634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1877;p33">
              <a:extLst>
                <a:ext uri="{FF2B5EF4-FFF2-40B4-BE49-F238E27FC236}">
                  <a16:creationId xmlns:a16="http://schemas.microsoft.com/office/drawing/2014/main" id="{9FCBA5BF-A199-1527-99E3-C90E6EE082D1}"/>
                </a:ext>
              </a:extLst>
            </p:cNvPr>
            <p:cNvSpPr/>
            <p:nvPr/>
          </p:nvSpPr>
          <p:spPr>
            <a:xfrm>
              <a:off x="35995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1878;p33">
              <a:extLst>
                <a:ext uri="{FF2B5EF4-FFF2-40B4-BE49-F238E27FC236}">
                  <a16:creationId xmlns:a16="http://schemas.microsoft.com/office/drawing/2014/main" id="{CCF4F92A-7EF9-847B-CD67-F1180BB338CC}"/>
                </a:ext>
              </a:extLst>
            </p:cNvPr>
            <p:cNvSpPr/>
            <p:nvPr/>
          </p:nvSpPr>
          <p:spPr>
            <a:xfrm>
              <a:off x="50891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1879;p33">
              <a:extLst>
                <a:ext uri="{FF2B5EF4-FFF2-40B4-BE49-F238E27FC236}">
                  <a16:creationId xmlns:a16="http://schemas.microsoft.com/office/drawing/2014/main" id="{C79EBF77-EE38-E4DC-0CD0-3BAF79C34348}"/>
                </a:ext>
              </a:extLst>
            </p:cNvPr>
            <p:cNvSpPr/>
            <p:nvPr/>
          </p:nvSpPr>
          <p:spPr>
            <a:xfrm>
              <a:off x="64251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4" name="Google Shape;1881;p33">
              <a:extLst>
                <a:ext uri="{FF2B5EF4-FFF2-40B4-BE49-F238E27FC236}">
                  <a16:creationId xmlns:a16="http://schemas.microsoft.com/office/drawing/2014/main" id="{4335DC61-CCB9-FCAE-4DB4-7DAB5520010E}"/>
                </a:ext>
              </a:extLst>
            </p:cNvPr>
            <p:cNvCxnSpPr>
              <a:cxnSpLocks/>
              <a:stCxn id="2325" idx="3"/>
              <a:endCxn id="2326" idx="1"/>
            </p:cNvCxnSpPr>
            <p:nvPr/>
          </p:nvCxnSpPr>
          <p:spPr>
            <a:xfrm>
              <a:off x="2693600" y="3141975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25" name="Google Shape;1882;p33">
              <a:extLst>
                <a:ext uri="{FF2B5EF4-FFF2-40B4-BE49-F238E27FC236}">
                  <a16:creationId xmlns:a16="http://schemas.microsoft.com/office/drawing/2014/main" id="{A00DF5E7-2887-D403-C021-066664788882}"/>
                </a:ext>
              </a:extLst>
            </p:cNvPr>
            <p:cNvSpPr/>
            <p:nvPr/>
          </p:nvSpPr>
          <p:spPr>
            <a:xfrm>
              <a:off x="22634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1883;p33">
              <a:extLst>
                <a:ext uri="{FF2B5EF4-FFF2-40B4-BE49-F238E27FC236}">
                  <a16:creationId xmlns:a16="http://schemas.microsoft.com/office/drawing/2014/main" id="{2DF4E0AF-3128-29BB-32B2-6611D89058FD}"/>
                </a:ext>
              </a:extLst>
            </p:cNvPr>
            <p:cNvSpPr/>
            <p:nvPr/>
          </p:nvSpPr>
          <p:spPr>
            <a:xfrm>
              <a:off x="35995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1884;p33">
              <a:extLst>
                <a:ext uri="{FF2B5EF4-FFF2-40B4-BE49-F238E27FC236}">
                  <a16:creationId xmlns:a16="http://schemas.microsoft.com/office/drawing/2014/main" id="{B2182D65-703A-A419-4A80-AE4BA4829E68}"/>
                </a:ext>
              </a:extLst>
            </p:cNvPr>
            <p:cNvSpPr/>
            <p:nvPr/>
          </p:nvSpPr>
          <p:spPr>
            <a:xfrm>
              <a:off x="50891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1885;p33">
              <a:extLst>
                <a:ext uri="{FF2B5EF4-FFF2-40B4-BE49-F238E27FC236}">
                  <a16:creationId xmlns:a16="http://schemas.microsoft.com/office/drawing/2014/main" id="{28759985-BF8A-0621-D69D-2AB9D2549047}"/>
                </a:ext>
              </a:extLst>
            </p:cNvPr>
            <p:cNvSpPr/>
            <p:nvPr/>
          </p:nvSpPr>
          <p:spPr>
            <a:xfrm>
              <a:off x="64251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9" name="Google Shape;1887;p33">
              <a:extLst>
                <a:ext uri="{FF2B5EF4-FFF2-40B4-BE49-F238E27FC236}">
                  <a16:creationId xmlns:a16="http://schemas.microsoft.com/office/drawing/2014/main" id="{89E88857-82F7-2339-17D0-6989A2FF25E3}"/>
                </a:ext>
              </a:extLst>
            </p:cNvPr>
            <p:cNvCxnSpPr>
              <a:cxnSpLocks/>
              <a:stCxn id="2330" idx="3"/>
              <a:endCxn id="2331" idx="1"/>
            </p:cNvCxnSpPr>
            <p:nvPr/>
          </p:nvCxnSpPr>
          <p:spPr>
            <a:xfrm>
              <a:off x="2693600" y="401955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30" name="Google Shape;1888;p33">
              <a:extLst>
                <a:ext uri="{FF2B5EF4-FFF2-40B4-BE49-F238E27FC236}">
                  <a16:creationId xmlns:a16="http://schemas.microsoft.com/office/drawing/2014/main" id="{76D694B5-2F1E-28A5-E205-70CAFC5739C8}"/>
                </a:ext>
              </a:extLst>
            </p:cNvPr>
            <p:cNvSpPr/>
            <p:nvPr/>
          </p:nvSpPr>
          <p:spPr>
            <a:xfrm>
              <a:off x="22634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1889;p33">
              <a:extLst>
                <a:ext uri="{FF2B5EF4-FFF2-40B4-BE49-F238E27FC236}">
                  <a16:creationId xmlns:a16="http://schemas.microsoft.com/office/drawing/2014/main" id="{B2F990EC-C182-33F5-1780-239A9C653766}"/>
                </a:ext>
              </a:extLst>
            </p:cNvPr>
            <p:cNvSpPr/>
            <p:nvPr/>
          </p:nvSpPr>
          <p:spPr>
            <a:xfrm>
              <a:off x="35995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1890;p33">
              <a:extLst>
                <a:ext uri="{FF2B5EF4-FFF2-40B4-BE49-F238E27FC236}">
                  <a16:creationId xmlns:a16="http://schemas.microsoft.com/office/drawing/2014/main" id="{110122D0-4068-BF60-AE99-6E43DDF3EFCA}"/>
                </a:ext>
              </a:extLst>
            </p:cNvPr>
            <p:cNvSpPr/>
            <p:nvPr/>
          </p:nvSpPr>
          <p:spPr>
            <a:xfrm>
              <a:off x="50891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1891;p33">
              <a:extLst>
                <a:ext uri="{FF2B5EF4-FFF2-40B4-BE49-F238E27FC236}">
                  <a16:creationId xmlns:a16="http://schemas.microsoft.com/office/drawing/2014/main" id="{C9AEA803-FB63-BB11-5145-DD465D0477B3}"/>
                </a:ext>
              </a:extLst>
            </p:cNvPr>
            <p:cNvSpPr/>
            <p:nvPr/>
          </p:nvSpPr>
          <p:spPr>
            <a:xfrm>
              <a:off x="64251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4" name="Google Shape;1874;p33">
            <a:extLst>
              <a:ext uri="{FF2B5EF4-FFF2-40B4-BE49-F238E27FC236}">
                <a16:creationId xmlns:a16="http://schemas.microsoft.com/office/drawing/2014/main" id="{F80E4B87-6FE9-D61E-244B-650F8F48886F}"/>
              </a:ext>
            </a:extLst>
          </p:cNvPr>
          <p:cNvGrpSpPr/>
          <p:nvPr/>
        </p:nvGrpSpPr>
        <p:grpSpPr>
          <a:xfrm rot="10800000">
            <a:off x="252414" y="3247132"/>
            <a:ext cx="3480263" cy="954537"/>
            <a:chOff x="2263400" y="2049300"/>
            <a:chExt cx="4591950" cy="2185350"/>
          </a:xfrm>
        </p:grpSpPr>
        <p:cxnSp>
          <p:nvCxnSpPr>
            <p:cNvPr id="2335" name="Google Shape;1875;p33">
              <a:extLst>
                <a:ext uri="{FF2B5EF4-FFF2-40B4-BE49-F238E27FC236}">
                  <a16:creationId xmlns:a16="http://schemas.microsoft.com/office/drawing/2014/main" id="{CBF5CC81-1714-DE7E-997F-C872CA6CA7CD}"/>
                </a:ext>
              </a:extLst>
            </p:cNvPr>
            <p:cNvCxnSpPr>
              <a:cxnSpLocks/>
              <a:stCxn id="2336" idx="3"/>
              <a:endCxn id="2337" idx="1"/>
            </p:cNvCxnSpPr>
            <p:nvPr/>
          </p:nvCxnSpPr>
          <p:spPr>
            <a:xfrm>
              <a:off x="2693600" y="226440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36" name="Google Shape;1876;p33">
              <a:extLst>
                <a:ext uri="{FF2B5EF4-FFF2-40B4-BE49-F238E27FC236}">
                  <a16:creationId xmlns:a16="http://schemas.microsoft.com/office/drawing/2014/main" id="{2A0F6BE8-7E91-5E28-8099-9B3D5868A26B}"/>
                </a:ext>
              </a:extLst>
            </p:cNvPr>
            <p:cNvSpPr/>
            <p:nvPr/>
          </p:nvSpPr>
          <p:spPr>
            <a:xfrm>
              <a:off x="22634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1877;p33">
              <a:extLst>
                <a:ext uri="{FF2B5EF4-FFF2-40B4-BE49-F238E27FC236}">
                  <a16:creationId xmlns:a16="http://schemas.microsoft.com/office/drawing/2014/main" id="{129A2062-C5EC-1286-9F9C-BC4533776658}"/>
                </a:ext>
              </a:extLst>
            </p:cNvPr>
            <p:cNvSpPr/>
            <p:nvPr/>
          </p:nvSpPr>
          <p:spPr>
            <a:xfrm>
              <a:off x="35995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1878;p33">
              <a:extLst>
                <a:ext uri="{FF2B5EF4-FFF2-40B4-BE49-F238E27FC236}">
                  <a16:creationId xmlns:a16="http://schemas.microsoft.com/office/drawing/2014/main" id="{C52AD941-7C1F-0E72-66DE-88E851A6B7D8}"/>
                </a:ext>
              </a:extLst>
            </p:cNvPr>
            <p:cNvSpPr/>
            <p:nvPr/>
          </p:nvSpPr>
          <p:spPr>
            <a:xfrm>
              <a:off x="50891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1879;p33">
              <a:extLst>
                <a:ext uri="{FF2B5EF4-FFF2-40B4-BE49-F238E27FC236}">
                  <a16:creationId xmlns:a16="http://schemas.microsoft.com/office/drawing/2014/main" id="{E116DB52-1EA2-A793-F09E-AA897DD38906}"/>
                </a:ext>
              </a:extLst>
            </p:cNvPr>
            <p:cNvSpPr/>
            <p:nvPr/>
          </p:nvSpPr>
          <p:spPr>
            <a:xfrm>
              <a:off x="64251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40" name="Google Shape;1881;p33">
              <a:extLst>
                <a:ext uri="{FF2B5EF4-FFF2-40B4-BE49-F238E27FC236}">
                  <a16:creationId xmlns:a16="http://schemas.microsoft.com/office/drawing/2014/main" id="{395FBEFD-9D97-5177-08D7-7A6025719E4C}"/>
                </a:ext>
              </a:extLst>
            </p:cNvPr>
            <p:cNvCxnSpPr>
              <a:cxnSpLocks/>
              <a:stCxn id="2341" idx="3"/>
              <a:endCxn id="2342" idx="1"/>
            </p:cNvCxnSpPr>
            <p:nvPr/>
          </p:nvCxnSpPr>
          <p:spPr>
            <a:xfrm>
              <a:off x="2693600" y="3141975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41" name="Google Shape;1882;p33">
              <a:extLst>
                <a:ext uri="{FF2B5EF4-FFF2-40B4-BE49-F238E27FC236}">
                  <a16:creationId xmlns:a16="http://schemas.microsoft.com/office/drawing/2014/main" id="{83061836-AC79-55CC-5241-7335EC7DB2CA}"/>
                </a:ext>
              </a:extLst>
            </p:cNvPr>
            <p:cNvSpPr/>
            <p:nvPr/>
          </p:nvSpPr>
          <p:spPr>
            <a:xfrm>
              <a:off x="22634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1883;p33">
              <a:extLst>
                <a:ext uri="{FF2B5EF4-FFF2-40B4-BE49-F238E27FC236}">
                  <a16:creationId xmlns:a16="http://schemas.microsoft.com/office/drawing/2014/main" id="{2217113F-E76A-DE0E-CD05-10A2D432A52E}"/>
                </a:ext>
              </a:extLst>
            </p:cNvPr>
            <p:cNvSpPr/>
            <p:nvPr/>
          </p:nvSpPr>
          <p:spPr>
            <a:xfrm>
              <a:off x="35995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1884;p33">
              <a:extLst>
                <a:ext uri="{FF2B5EF4-FFF2-40B4-BE49-F238E27FC236}">
                  <a16:creationId xmlns:a16="http://schemas.microsoft.com/office/drawing/2014/main" id="{B06E312C-0DB9-E839-C7E9-77C056CFAB6A}"/>
                </a:ext>
              </a:extLst>
            </p:cNvPr>
            <p:cNvSpPr/>
            <p:nvPr/>
          </p:nvSpPr>
          <p:spPr>
            <a:xfrm>
              <a:off x="50891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1885;p33">
              <a:extLst>
                <a:ext uri="{FF2B5EF4-FFF2-40B4-BE49-F238E27FC236}">
                  <a16:creationId xmlns:a16="http://schemas.microsoft.com/office/drawing/2014/main" id="{1A9B0FBE-0AD7-0DAE-65B3-DA83807A786F}"/>
                </a:ext>
              </a:extLst>
            </p:cNvPr>
            <p:cNvSpPr/>
            <p:nvPr/>
          </p:nvSpPr>
          <p:spPr>
            <a:xfrm>
              <a:off x="64251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45" name="Google Shape;1887;p33">
              <a:extLst>
                <a:ext uri="{FF2B5EF4-FFF2-40B4-BE49-F238E27FC236}">
                  <a16:creationId xmlns:a16="http://schemas.microsoft.com/office/drawing/2014/main" id="{4B849102-DDDB-B376-14C0-1712FF66C11D}"/>
                </a:ext>
              </a:extLst>
            </p:cNvPr>
            <p:cNvCxnSpPr>
              <a:cxnSpLocks/>
              <a:stCxn id="2346" idx="3"/>
              <a:endCxn id="2347" idx="1"/>
            </p:cNvCxnSpPr>
            <p:nvPr/>
          </p:nvCxnSpPr>
          <p:spPr>
            <a:xfrm>
              <a:off x="2693600" y="401955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46" name="Google Shape;1888;p33">
              <a:extLst>
                <a:ext uri="{FF2B5EF4-FFF2-40B4-BE49-F238E27FC236}">
                  <a16:creationId xmlns:a16="http://schemas.microsoft.com/office/drawing/2014/main" id="{3744C793-E304-0891-D55D-609C0DC7478E}"/>
                </a:ext>
              </a:extLst>
            </p:cNvPr>
            <p:cNvSpPr/>
            <p:nvPr/>
          </p:nvSpPr>
          <p:spPr>
            <a:xfrm>
              <a:off x="22634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1889;p33">
              <a:extLst>
                <a:ext uri="{FF2B5EF4-FFF2-40B4-BE49-F238E27FC236}">
                  <a16:creationId xmlns:a16="http://schemas.microsoft.com/office/drawing/2014/main" id="{CF733DAB-4C98-8001-D0E1-26E2441AEA80}"/>
                </a:ext>
              </a:extLst>
            </p:cNvPr>
            <p:cNvSpPr/>
            <p:nvPr/>
          </p:nvSpPr>
          <p:spPr>
            <a:xfrm>
              <a:off x="35995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1890;p33">
              <a:extLst>
                <a:ext uri="{FF2B5EF4-FFF2-40B4-BE49-F238E27FC236}">
                  <a16:creationId xmlns:a16="http://schemas.microsoft.com/office/drawing/2014/main" id="{FB9C89D4-E099-7C7E-7227-E5BF5C27C746}"/>
                </a:ext>
              </a:extLst>
            </p:cNvPr>
            <p:cNvSpPr/>
            <p:nvPr/>
          </p:nvSpPr>
          <p:spPr>
            <a:xfrm>
              <a:off x="50891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1891;p33">
              <a:extLst>
                <a:ext uri="{FF2B5EF4-FFF2-40B4-BE49-F238E27FC236}">
                  <a16:creationId xmlns:a16="http://schemas.microsoft.com/office/drawing/2014/main" id="{14E77239-9744-1998-152F-4B321BF3909E}"/>
                </a:ext>
              </a:extLst>
            </p:cNvPr>
            <p:cNvSpPr/>
            <p:nvPr/>
          </p:nvSpPr>
          <p:spPr>
            <a:xfrm>
              <a:off x="64251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0" name="Google Shape;2864;p42">
            <a:extLst>
              <a:ext uri="{FF2B5EF4-FFF2-40B4-BE49-F238E27FC236}">
                <a16:creationId xmlns:a16="http://schemas.microsoft.com/office/drawing/2014/main" id="{06D25510-BCD9-5574-5F54-D57E9914C72A}"/>
              </a:ext>
            </a:extLst>
          </p:cNvPr>
          <p:cNvGrpSpPr/>
          <p:nvPr/>
        </p:nvGrpSpPr>
        <p:grpSpPr>
          <a:xfrm>
            <a:off x="4193935" y="3320518"/>
            <a:ext cx="648371" cy="553488"/>
            <a:chOff x="898875" y="244725"/>
            <a:chExt cx="481800" cy="423500"/>
          </a:xfrm>
          <a:solidFill>
            <a:schemeClr val="tx1"/>
          </a:solidFill>
        </p:grpSpPr>
        <p:sp>
          <p:nvSpPr>
            <p:cNvPr id="2351" name="Google Shape;2865;p42">
              <a:extLst>
                <a:ext uri="{FF2B5EF4-FFF2-40B4-BE49-F238E27FC236}">
                  <a16:creationId xmlns:a16="http://schemas.microsoft.com/office/drawing/2014/main" id="{3C0016F7-ED1C-9A5D-85DA-EF29A3E482B2}"/>
                </a:ext>
              </a:extLst>
            </p:cNvPr>
            <p:cNvSpPr/>
            <p:nvPr/>
          </p:nvSpPr>
          <p:spPr>
            <a:xfrm>
              <a:off x="1125675" y="470575"/>
              <a:ext cx="28275" cy="28250"/>
            </a:xfrm>
            <a:custGeom>
              <a:avLst/>
              <a:gdLst/>
              <a:ahLst/>
              <a:cxnLst/>
              <a:rect l="l" t="t" r="r" b="b"/>
              <a:pathLst>
                <a:path w="1131" h="1130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2" name="Google Shape;2866;p42">
              <a:extLst>
                <a:ext uri="{FF2B5EF4-FFF2-40B4-BE49-F238E27FC236}">
                  <a16:creationId xmlns:a16="http://schemas.microsoft.com/office/drawing/2014/main" id="{D3D6DF33-FBC1-F62D-ACA3-ABAA5FE98AE6}"/>
                </a:ext>
              </a:extLst>
            </p:cNvPr>
            <p:cNvSpPr/>
            <p:nvPr/>
          </p:nvSpPr>
          <p:spPr>
            <a:xfrm>
              <a:off x="898875" y="244725"/>
              <a:ext cx="481800" cy="225875"/>
            </a:xfrm>
            <a:custGeom>
              <a:avLst/>
              <a:gdLst/>
              <a:ahLst/>
              <a:cxnLst/>
              <a:rect l="l" t="t" r="r" b="b"/>
              <a:pathLst>
                <a:path w="19272" h="9035" extrusionOk="0">
                  <a:moveTo>
                    <a:pt x="2825" y="1130"/>
                  </a:moveTo>
                  <a:cubicBezTo>
                    <a:pt x="3135" y="1130"/>
                    <a:pt x="3388" y="1380"/>
                    <a:pt x="3388" y="1693"/>
                  </a:cubicBezTo>
                  <a:lnTo>
                    <a:pt x="3388" y="2259"/>
                  </a:lnTo>
                  <a:lnTo>
                    <a:pt x="2258" y="2259"/>
                  </a:lnTo>
                  <a:lnTo>
                    <a:pt x="2258" y="1693"/>
                  </a:lnTo>
                  <a:cubicBezTo>
                    <a:pt x="2258" y="1380"/>
                    <a:pt x="2511" y="1130"/>
                    <a:pt x="2825" y="1130"/>
                  </a:cubicBezTo>
                  <a:close/>
                  <a:moveTo>
                    <a:pt x="11894" y="1130"/>
                  </a:moveTo>
                  <a:cubicBezTo>
                    <a:pt x="12208" y="1130"/>
                    <a:pt x="12461" y="1380"/>
                    <a:pt x="12461" y="1693"/>
                  </a:cubicBezTo>
                  <a:lnTo>
                    <a:pt x="12461" y="2259"/>
                  </a:lnTo>
                  <a:lnTo>
                    <a:pt x="6814" y="2259"/>
                  </a:lnTo>
                  <a:lnTo>
                    <a:pt x="6814" y="1693"/>
                  </a:lnTo>
                  <a:cubicBezTo>
                    <a:pt x="6814" y="1380"/>
                    <a:pt x="7064" y="1130"/>
                    <a:pt x="7378" y="1130"/>
                  </a:cubicBezTo>
                  <a:close/>
                  <a:moveTo>
                    <a:pt x="5083" y="4518"/>
                  </a:moveTo>
                  <a:cubicBezTo>
                    <a:pt x="5586" y="4518"/>
                    <a:pt x="5836" y="5123"/>
                    <a:pt x="5480" y="5481"/>
                  </a:cubicBezTo>
                  <a:cubicBezTo>
                    <a:pt x="5366" y="5596"/>
                    <a:pt x="5225" y="5647"/>
                    <a:pt x="5086" y="5647"/>
                  </a:cubicBezTo>
                  <a:cubicBezTo>
                    <a:pt x="4796" y="5647"/>
                    <a:pt x="4517" y="5422"/>
                    <a:pt x="4517" y="5081"/>
                  </a:cubicBezTo>
                  <a:cubicBezTo>
                    <a:pt x="4517" y="4768"/>
                    <a:pt x="4770" y="4518"/>
                    <a:pt x="5083" y="4518"/>
                  </a:cubicBezTo>
                  <a:close/>
                  <a:moveTo>
                    <a:pt x="2825" y="1"/>
                  </a:moveTo>
                  <a:cubicBezTo>
                    <a:pt x="1888" y="1"/>
                    <a:pt x="1129" y="757"/>
                    <a:pt x="1129" y="1693"/>
                  </a:cubicBezTo>
                  <a:lnTo>
                    <a:pt x="1129" y="2362"/>
                  </a:lnTo>
                  <a:cubicBezTo>
                    <a:pt x="455" y="2600"/>
                    <a:pt x="3" y="3235"/>
                    <a:pt x="0" y="3952"/>
                  </a:cubicBezTo>
                  <a:lnTo>
                    <a:pt x="0" y="4518"/>
                  </a:lnTo>
                  <a:lnTo>
                    <a:pt x="1695" y="4518"/>
                  </a:lnTo>
                  <a:cubicBezTo>
                    <a:pt x="2629" y="4518"/>
                    <a:pt x="3388" y="5274"/>
                    <a:pt x="3388" y="6210"/>
                  </a:cubicBezTo>
                  <a:lnTo>
                    <a:pt x="3388" y="9035"/>
                  </a:lnTo>
                  <a:lnTo>
                    <a:pt x="5742" y="9035"/>
                  </a:lnTo>
                  <a:cubicBezTo>
                    <a:pt x="6016" y="7123"/>
                    <a:pt x="7652" y="5647"/>
                    <a:pt x="9636" y="5647"/>
                  </a:cubicBezTo>
                  <a:cubicBezTo>
                    <a:pt x="11620" y="5647"/>
                    <a:pt x="13256" y="7123"/>
                    <a:pt x="13533" y="9035"/>
                  </a:cubicBezTo>
                  <a:lnTo>
                    <a:pt x="15884" y="9035"/>
                  </a:lnTo>
                  <a:lnTo>
                    <a:pt x="15884" y="6210"/>
                  </a:lnTo>
                  <a:cubicBezTo>
                    <a:pt x="15884" y="5274"/>
                    <a:pt x="16643" y="4518"/>
                    <a:pt x="17580" y="4518"/>
                  </a:cubicBezTo>
                  <a:lnTo>
                    <a:pt x="19272" y="4518"/>
                  </a:lnTo>
                  <a:lnTo>
                    <a:pt x="19272" y="3952"/>
                  </a:lnTo>
                  <a:cubicBezTo>
                    <a:pt x="19272" y="3015"/>
                    <a:pt x="18513" y="2259"/>
                    <a:pt x="17580" y="2259"/>
                  </a:cubicBezTo>
                  <a:lnTo>
                    <a:pt x="13590" y="2259"/>
                  </a:lnTo>
                  <a:lnTo>
                    <a:pt x="13590" y="1693"/>
                  </a:lnTo>
                  <a:cubicBezTo>
                    <a:pt x="13587" y="757"/>
                    <a:pt x="12831" y="1"/>
                    <a:pt x="11894" y="1"/>
                  </a:cubicBezTo>
                  <a:lnTo>
                    <a:pt x="7378" y="1"/>
                  </a:lnTo>
                  <a:cubicBezTo>
                    <a:pt x="6441" y="1"/>
                    <a:pt x="5685" y="757"/>
                    <a:pt x="5685" y="1693"/>
                  </a:cubicBezTo>
                  <a:lnTo>
                    <a:pt x="5685" y="2259"/>
                  </a:lnTo>
                  <a:lnTo>
                    <a:pt x="4517" y="2259"/>
                  </a:lnTo>
                  <a:lnTo>
                    <a:pt x="4517" y="1693"/>
                  </a:lnTo>
                  <a:cubicBezTo>
                    <a:pt x="4517" y="757"/>
                    <a:pt x="3758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3" name="Google Shape;2867;p42">
              <a:extLst>
                <a:ext uri="{FF2B5EF4-FFF2-40B4-BE49-F238E27FC236}">
                  <a16:creationId xmlns:a16="http://schemas.microsoft.com/office/drawing/2014/main" id="{1F5DDB88-FC92-E5F9-978A-2D6085D2D7D9}"/>
                </a:ext>
              </a:extLst>
            </p:cNvPr>
            <p:cNvSpPr/>
            <p:nvPr/>
          </p:nvSpPr>
          <p:spPr>
            <a:xfrm>
              <a:off x="1324200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567" y="0"/>
                  </a:moveTo>
                  <a:cubicBezTo>
                    <a:pt x="254" y="0"/>
                    <a:pt x="1" y="250"/>
                    <a:pt x="1" y="563"/>
                  </a:cubicBezTo>
                  <a:lnTo>
                    <a:pt x="1" y="7339"/>
                  </a:lnTo>
                  <a:cubicBezTo>
                    <a:pt x="1" y="7652"/>
                    <a:pt x="254" y="7905"/>
                    <a:pt x="567" y="7905"/>
                  </a:cubicBezTo>
                  <a:lnTo>
                    <a:pt x="2259" y="7905"/>
                  </a:lnTo>
                  <a:lnTo>
                    <a:pt x="22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4" name="Google Shape;2868;p42">
              <a:extLst>
                <a:ext uri="{FF2B5EF4-FFF2-40B4-BE49-F238E27FC236}">
                  <a16:creationId xmlns:a16="http://schemas.microsoft.com/office/drawing/2014/main" id="{7404F22C-B59F-484B-5EE8-E4ECDF7E8DC6}"/>
                </a:ext>
              </a:extLst>
            </p:cNvPr>
            <p:cNvSpPr/>
            <p:nvPr/>
          </p:nvSpPr>
          <p:spPr>
            <a:xfrm>
              <a:off x="898875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0" y="0"/>
                  </a:moveTo>
                  <a:lnTo>
                    <a:pt x="0" y="7905"/>
                  </a:lnTo>
                  <a:lnTo>
                    <a:pt x="1695" y="7905"/>
                  </a:lnTo>
                  <a:cubicBezTo>
                    <a:pt x="2005" y="7905"/>
                    <a:pt x="2258" y="7652"/>
                    <a:pt x="2258" y="7339"/>
                  </a:cubicBezTo>
                  <a:lnTo>
                    <a:pt x="2258" y="563"/>
                  </a:lnTo>
                  <a:cubicBezTo>
                    <a:pt x="2258" y="250"/>
                    <a:pt x="2005" y="0"/>
                    <a:pt x="16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5" name="Google Shape;2869;p42">
              <a:extLst>
                <a:ext uri="{FF2B5EF4-FFF2-40B4-BE49-F238E27FC236}">
                  <a16:creationId xmlns:a16="http://schemas.microsoft.com/office/drawing/2014/main" id="{D42447A4-47EA-15B9-AFCA-9ECF3EF4930B}"/>
                </a:ext>
              </a:extLst>
            </p:cNvPr>
            <p:cNvSpPr/>
            <p:nvPr/>
          </p:nvSpPr>
          <p:spPr>
            <a:xfrm>
              <a:off x="1063650" y="414125"/>
              <a:ext cx="146750" cy="141125"/>
            </a:xfrm>
            <a:custGeom>
              <a:avLst/>
              <a:gdLst/>
              <a:ahLst/>
              <a:cxnLst/>
              <a:rect l="l" t="t" r="r" b="b"/>
              <a:pathLst>
                <a:path w="5870" h="5645" extrusionOk="0">
                  <a:moveTo>
                    <a:pt x="3045" y="1127"/>
                  </a:moveTo>
                  <a:cubicBezTo>
                    <a:pt x="3263" y="1127"/>
                    <a:pt x="3483" y="1169"/>
                    <a:pt x="3692" y="1256"/>
                  </a:cubicBezTo>
                  <a:cubicBezTo>
                    <a:pt x="4325" y="1518"/>
                    <a:pt x="4740" y="2135"/>
                    <a:pt x="4740" y="2822"/>
                  </a:cubicBezTo>
                  <a:cubicBezTo>
                    <a:pt x="4737" y="3758"/>
                    <a:pt x="3981" y="4514"/>
                    <a:pt x="3045" y="4517"/>
                  </a:cubicBezTo>
                  <a:cubicBezTo>
                    <a:pt x="2358" y="4517"/>
                    <a:pt x="1741" y="4102"/>
                    <a:pt x="1479" y="3469"/>
                  </a:cubicBezTo>
                  <a:cubicBezTo>
                    <a:pt x="1217" y="2837"/>
                    <a:pt x="1362" y="2108"/>
                    <a:pt x="1847" y="1623"/>
                  </a:cubicBezTo>
                  <a:cubicBezTo>
                    <a:pt x="2171" y="1299"/>
                    <a:pt x="2604" y="1127"/>
                    <a:pt x="3045" y="1127"/>
                  </a:cubicBezTo>
                  <a:close/>
                  <a:moveTo>
                    <a:pt x="3045" y="0"/>
                  </a:moveTo>
                  <a:cubicBezTo>
                    <a:pt x="1904" y="0"/>
                    <a:pt x="874" y="687"/>
                    <a:pt x="437" y="1741"/>
                  </a:cubicBezTo>
                  <a:cubicBezTo>
                    <a:pt x="1" y="2798"/>
                    <a:pt x="242" y="4011"/>
                    <a:pt x="1049" y="4818"/>
                  </a:cubicBezTo>
                  <a:cubicBezTo>
                    <a:pt x="1588" y="5358"/>
                    <a:pt x="2310" y="5645"/>
                    <a:pt x="3045" y="5645"/>
                  </a:cubicBezTo>
                  <a:cubicBezTo>
                    <a:pt x="3409" y="5645"/>
                    <a:pt x="3776" y="5574"/>
                    <a:pt x="4126" y="5430"/>
                  </a:cubicBezTo>
                  <a:cubicBezTo>
                    <a:pt x="5180" y="4993"/>
                    <a:pt x="5870" y="3963"/>
                    <a:pt x="5870" y="2822"/>
                  </a:cubicBezTo>
                  <a:cubicBezTo>
                    <a:pt x="5867" y="1262"/>
                    <a:pt x="4605" y="0"/>
                    <a:pt x="30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6" name="Google Shape;2870;p42">
              <a:extLst>
                <a:ext uri="{FF2B5EF4-FFF2-40B4-BE49-F238E27FC236}">
                  <a16:creationId xmlns:a16="http://schemas.microsoft.com/office/drawing/2014/main" id="{CEA417BC-FAF2-41E2-DAE8-57276492DF05}"/>
                </a:ext>
              </a:extLst>
            </p:cNvPr>
            <p:cNvSpPr/>
            <p:nvPr/>
          </p:nvSpPr>
          <p:spPr>
            <a:xfrm>
              <a:off x="898875" y="498800"/>
              <a:ext cx="481800" cy="169425"/>
            </a:xfrm>
            <a:custGeom>
              <a:avLst/>
              <a:gdLst/>
              <a:ahLst/>
              <a:cxnLst/>
              <a:rect l="l" t="t" r="r" b="b"/>
              <a:pathLst>
                <a:path w="19272" h="6777" extrusionOk="0">
                  <a:moveTo>
                    <a:pt x="3388" y="1"/>
                  </a:moveTo>
                  <a:lnTo>
                    <a:pt x="3388" y="2823"/>
                  </a:lnTo>
                  <a:cubicBezTo>
                    <a:pt x="3388" y="3759"/>
                    <a:pt x="2629" y="4515"/>
                    <a:pt x="1695" y="4518"/>
                  </a:cubicBezTo>
                  <a:lnTo>
                    <a:pt x="0" y="4518"/>
                  </a:lnTo>
                  <a:lnTo>
                    <a:pt x="0" y="5081"/>
                  </a:lnTo>
                  <a:cubicBezTo>
                    <a:pt x="0" y="6017"/>
                    <a:pt x="759" y="6773"/>
                    <a:pt x="1695" y="6776"/>
                  </a:cubicBezTo>
                  <a:lnTo>
                    <a:pt x="17580" y="6776"/>
                  </a:lnTo>
                  <a:cubicBezTo>
                    <a:pt x="18513" y="6773"/>
                    <a:pt x="19272" y="6017"/>
                    <a:pt x="19272" y="5081"/>
                  </a:cubicBezTo>
                  <a:lnTo>
                    <a:pt x="19272" y="4518"/>
                  </a:lnTo>
                  <a:lnTo>
                    <a:pt x="17580" y="4518"/>
                  </a:lnTo>
                  <a:cubicBezTo>
                    <a:pt x="16643" y="4515"/>
                    <a:pt x="15884" y="3759"/>
                    <a:pt x="15884" y="2823"/>
                  </a:cubicBezTo>
                  <a:lnTo>
                    <a:pt x="15884" y="1"/>
                  </a:lnTo>
                  <a:lnTo>
                    <a:pt x="13533" y="1"/>
                  </a:lnTo>
                  <a:cubicBezTo>
                    <a:pt x="13256" y="1910"/>
                    <a:pt x="11620" y="3389"/>
                    <a:pt x="9636" y="3389"/>
                  </a:cubicBezTo>
                  <a:cubicBezTo>
                    <a:pt x="7652" y="3389"/>
                    <a:pt x="6016" y="1910"/>
                    <a:pt x="5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4075B017-B047-77CB-A9FE-5A195C672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956" y="3206367"/>
            <a:ext cx="587240" cy="83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E499434-4BF1-C41C-4923-C0EAFA33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245" y="3257848"/>
            <a:ext cx="704656" cy="7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AD5EE60-F1D8-A091-1930-92875063C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084" y="805459"/>
            <a:ext cx="881164" cy="88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59" name="Google Shape;1874;p33">
            <a:extLst>
              <a:ext uri="{FF2B5EF4-FFF2-40B4-BE49-F238E27FC236}">
                <a16:creationId xmlns:a16="http://schemas.microsoft.com/office/drawing/2014/main" id="{515424FD-5B18-7F4E-0DFA-8D754B4F7E8A}"/>
              </a:ext>
            </a:extLst>
          </p:cNvPr>
          <p:cNvGrpSpPr/>
          <p:nvPr/>
        </p:nvGrpSpPr>
        <p:grpSpPr>
          <a:xfrm rot="5400000">
            <a:off x="6576109" y="2597528"/>
            <a:ext cx="1639065" cy="954537"/>
            <a:chOff x="2263400" y="2049300"/>
            <a:chExt cx="4591950" cy="2185350"/>
          </a:xfrm>
        </p:grpSpPr>
        <p:cxnSp>
          <p:nvCxnSpPr>
            <p:cNvPr id="2360" name="Google Shape;1875;p33">
              <a:extLst>
                <a:ext uri="{FF2B5EF4-FFF2-40B4-BE49-F238E27FC236}">
                  <a16:creationId xmlns:a16="http://schemas.microsoft.com/office/drawing/2014/main" id="{1110A63A-E88B-08EF-CCBB-6C039D6E6BA9}"/>
                </a:ext>
              </a:extLst>
            </p:cNvPr>
            <p:cNvCxnSpPr>
              <a:cxnSpLocks/>
              <a:stCxn id="2361" idx="3"/>
              <a:endCxn id="2362" idx="1"/>
            </p:cNvCxnSpPr>
            <p:nvPr/>
          </p:nvCxnSpPr>
          <p:spPr>
            <a:xfrm>
              <a:off x="2693600" y="226440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61" name="Google Shape;1876;p33">
              <a:extLst>
                <a:ext uri="{FF2B5EF4-FFF2-40B4-BE49-F238E27FC236}">
                  <a16:creationId xmlns:a16="http://schemas.microsoft.com/office/drawing/2014/main" id="{BFF40091-3F18-4251-3F0C-BD63567D594E}"/>
                </a:ext>
              </a:extLst>
            </p:cNvPr>
            <p:cNvSpPr/>
            <p:nvPr/>
          </p:nvSpPr>
          <p:spPr>
            <a:xfrm>
              <a:off x="22634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1877;p33">
              <a:extLst>
                <a:ext uri="{FF2B5EF4-FFF2-40B4-BE49-F238E27FC236}">
                  <a16:creationId xmlns:a16="http://schemas.microsoft.com/office/drawing/2014/main" id="{5C87F2F7-2F07-49B6-867E-836724048308}"/>
                </a:ext>
              </a:extLst>
            </p:cNvPr>
            <p:cNvSpPr/>
            <p:nvPr/>
          </p:nvSpPr>
          <p:spPr>
            <a:xfrm>
              <a:off x="35995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1878;p33">
              <a:extLst>
                <a:ext uri="{FF2B5EF4-FFF2-40B4-BE49-F238E27FC236}">
                  <a16:creationId xmlns:a16="http://schemas.microsoft.com/office/drawing/2014/main" id="{F27F37DC-C90D-00BE-8D8A-13002D575003}"/>
                </a:ext>
              </a:extLst>
            </p:cNvPr>
            <p:cNvSpPr/>
            <p:nvPr/>
          </p:nvSpPr>
          <p:spPr>
            <a:xfrm>
              <a:off x="508910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1879;p33">
              <a:extLst>
                <a:ext uri="{FF2B5EF4-FFF2-40B4-BE49-F238E27FC236}">
                  <a16:creationId xmlns:a16="http://schemas.microsoft.com/office/drawing/2014/main" id="{FE8A9670-F760-45CB-1AF7-061FD705C507}"/>
                </a:ext>
              </a:extLst>
            </p:cNvPr>
            <p:cNvSpPr/>
            <p:nvPr/>
          </p:nvSpPr>
          <p:spPr>
            <a:xfrm>
              <a:off x="6425150" y="204930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65" name="Google Shape;1881;p33">
              <a:extLst>
                <a:ext uri="{FF2B5EF4-FFF2-40B4-BE49-F238E27FC236}">
                  <a16:creationId xmlns:a16="http://schemas.microsoft.com/office/drawing/2014/main" id="{41B8E890-C688-A3DF-75BF-407C3F48A26A}"/>
                </a:ext>
              </a:extLst>
            </p:cNvPr>
            <p:cNvCxnSpPr>
              <a:cxnSpLocks/>
              <a:stCxn id="2366" idx="3"/>
              <a:endCxn id="2367" idx="1"/>
            </p:cNvCxnSpPr>
            <p:nvPr/>
          </p:nvCxnSpPr>
          <p:spPr>
            <a:xfrm>
              <a:off x="2693600" y="3141975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66" name="Google Shape;1882;p33">
              <a:extLst>
                <a:ext uri="{FF2B5EF4-FFF2-40B4-BE49-F238E27FC236}">
                  <a16:creationId xmlns:a16="http://schemas.microsoft.com/office/drawing/2014/main" id="{7A4B558E-D58F-F54B-44E7-DEE596955F86}"/>
                </a:ext>
              </a:extLst>
            </p:cNvPr>
            <p:cNvSpPr/>
            <p:nvPr/>
          </p:nvSpPr>
          <p:spPr>
            <a:xfrm>
              <a:off x="22634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1883;p33">
              <a:extLst>
                <a:ext uri="{FF2B5EF4-FFF2-40B4-BE49-F238E27FC236}">
                  <a16:creationId xmlns:a16="http://schemas.microsoft.com/office/drawing/2014/main" id="{5113C69A-8CED-ECCC-2620-8BFAF0A9299F}"/>
                </a:ext>
              </a:extLst>
            </p:cNvPr>
            <p:cNvSpPr/>
            <p:nvPr/>
          </p:nvSpPr>
          <p:spPr>
            <a:xfrm>
              <a:off x="35995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884;p33">
              <a:extLst>
                <a:ext uri="{FF2B5EF4-FFF2-40B4-BE49-F238E27FC236}">
                  <a16:creationId xmlns:a16="http://schemas.microsoft.com/office/drawing/2014/main" id="{4B0E4A4C-836D-B822-7BD8-9A5219BBEE86}"/>
                </a:ext>
              </a:extLst>
            </p:cNvPr>
            <p:cNvSpPr/>
            <p:nvPr/>
          </p:nvSpPr>
          <p:spPr>
            <a:xfrm>
              <a:off x="508910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885;p33">
              <a:extLst>
                <a:ext uri="{FF2B5EF4-FFF2-40B4-BE49-F238E27FC236}">
                  <a16:creationId xmlns:a16="http://schemas.microsoft.com/office/drawing/2014/main" id="{17FDE3E9-600D-1FE9-F7C3-D4A3790AAD88}"/>
                </a:ext>
              </a:extLst>
            </p:cNvPr>
            <p:cNvSpPr/>
            <p:nvPr/>
          </p:nvSpPr>
          <p:spPr>
            <a:xfrm>
              <a:off x="6425150" y="2926875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7" name="Google Shape;1887;p33">
              <a:extLst>
                <a:ext uri="{FF2B5EF4-FFF2-40B4-BE49-F238E27FC236}">
                  <a16:creationId xmlns:a16="http://schemas.microsoft.com/office/drawing/2014/main" id="{05A5AA7D-1579-C48D-AADA-4C8535222869}"/>
                </a:ext>
              </a:extLst>
            </p:cNvPr>
            <p:cNvCxnSpPr>
              <a:cxnSpLocks/>
              <a:stCxn id="1029" idx="3"/>
              <a:endCxn id="1031" idx="1"/>
            </p:cNvCxnSpPr>
            <p:nvPr/>
          </p:nvCxnSpPr>
          <p:spPr>
            <a:xfrm>
              <a:off x="2693600" y="4019550"/>
              <a:ext cx="90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29" name="Google Shape;1888;p33">
              <a:extLst>
                <a:ext uri="{FF2B5EF4-FFF2-40B4-BE49-F238E27FC236}">
                  <a16:creationId xmlns:a16="http://schemas.microsoft.com/office/drawing/2014/main" id="{95400C56-B7A2-4A0A-5ADF-826D2C5B4DC2}"/>
                </a:ext>
              </a:extLst>
            </p:cNvPr>
            <p:cNvSpPr/>
            <p:nvPr/>
          </p:nvSpPr>
          <p:spPr>
            <a:xfrm>
              <a:off x="22634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889;p33">
              <a:extLst>
                <a:ext uri="{FF2B5EF4-FFF2-40B4-BE49-F238E27FC236}">
                  <a16:creationId xmlns:a16="http://schemas.microsoft.com/office/drawing/2014/main" id="{801FEAC5-4DD9-7019-6C04-3E1BED32A6B9}"/>
                </a:ext>
              </a:extLst>
            </p:cNvPr>
            <p:cNvSpPr/>
            <p:nvPr/>
          </p:nvSpPr>
          <p:spPr>
            <a:xfrm>
              <a:off x="35995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890;p33">
              <a:extLst>
                <a:ext uri="{FF2B5EF4-FFF2-40B4-BE49-F238E27FC236}">
                  <a16:creationId xmlns:a16="http://schemas.microsoft.com/office/drawing/2014/main" id="{75572F53-B175-0E62-9E43-4D875E1246B1}"/>
                </a:ext>
              </a:extLst>
            </p:cNvPr>
            <p:cNvSpPr/>
            <p:nvPr/>
          </p:nvSpPr>
          <p:spPr>
            <a:xfrm>
              <a:off x="508910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891;p33">
              <a:extLst>
                <a:ext uri="{FF2B5EF4-FFF2-40B4-BE49-F238E27FC236}">
                  <a16:creationId xmlns:a16="http://schemas.microsoft.com/office/drawing/2014/main" id="{A0CB742F-3DEB-E43F-119C-53E7DD8A168B}"/>
                </a:ext>
              </a:extLst>
            </p:cNvPr>
            <p:cNvSpPr/>
            <p:nvPr/>
          </p:nvSpPr>
          <p:spPr>
            <a:xfrm>
              <a:off x="6425150" y="3804450"/>
              <a:ext cx="430200" cy="4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p45"/>
          <p:cNvSpPr txBox="1">
            <a:spLocks noGrp="1"/>
          </p:cNvSpPr>
          <p:nvPr>
            <p:ph type="title"/>
          </p:nvPr>
        </p:nvSpPr>
        <p:spPr>
          <a:xfrm>
            <a:off x="2577259" y="2108634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Fira Sans" panose="020B0503050000020004" pitchFamily="34" charset="0"/>
              </a:rPr>
              <a:t>THANK YOU !</a:t>
            </a:r>
            <a:endParaRPr sz="6000" dirty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Fira Sans" panose="020B0503050000020004" pitchFamily="34" charset="0"/>
            </a:endParaRPr>
          </a:p>
        </p:txBody>
      </p:sp>
      <p:grpSp>
        <p:nvGrpSpPr>
          <p:cNvPr id="3058" name="Google Shape;3058;p45"/>
          <p:cNvGrpSpPr/>
          <p:nvPr/>
        </p:nvGrpSpPr>
        <p:grpSpPr>
          <a:xfrm>
            <a:off x="331453" y="1143686"/>
            <a:ext cx="4033080" cy="3447229"/>
            <a:chOff x="2555460" y="1283170"/>
            <a:chExt cx="4033080" cy="3447229"/>
          </a:xfrm>
        </p:grpSpPr>
        <p:sp>
          <p:nvSpPr>
            <p:cNvPr id="3059" name="Google Shape;3059;p45"/>
            <p:cNvSpPr/>
            <p:nvPr/>
          </p:nvSpPr>
          <p:spPr>
            <a:xfrm>
              <a:off x="2555460" y="1283170"/>
              <a:ext cx="4033080" cy="3447229"/>
            </a:xfrm>
            <a:custGeom>
              <a:avLst/>
              <a:gdLst/>
              <a:ahLst/>
              <a:cxnLst/>
              <a:rect l="l" t="t" r="r" b="b"/>
              <a:pathLst>
                <a:path w="61200" h="52310" extrusionOk="0">
                  <a:moveTo>
                    <a:pt x="41230" y="1"/>
                  </a:moveTo>
                  <a:cubicBezTo>
                    <a:pt x="34961" y="1"/>
                    <a:pt x="29747" y="8304"/>
                    <a:pt x="23044" y="10179"/>
                  </a:cubicBezTo>
                  <a:cubicBezTo>
                    <a:pt x="19137" y="11276"/>
                    <a:pt x="15006" y="10723"/>
                    <a:pt x="10947" y="11945"/>
                  </a:cubicBezTo>
                  <a:cubicBezTo>
                    <a:pt x="9761" y="12302"/>
                    <a:pt x="8583" y="12820"/>
                    <a:pt x="7414" y="13560"/>
                  </a:cubicBezTo>
                  <a:cubicBezTo>
                    <a:pt x="2695" y="16575"/>
                    <a:pt x="1" y="23364"/>
                    <a:pt x="411" y="28396"/>
                  </a:cubicBezTo>
                  <a:cubicBezTo>
                    <a:pt x="1098" y="36826"/>
                    <a:pt x="5755" y="42705"/>
                    <a:pt x="11661" y="46612"/>
                  </a:cubicBezTo>
                  <a:cubicBezTo>
                    <a:pt x="17458" y="50453"/>
                    <a:pt x="24372" y="52309"/>
                    <a:pt x="31499" y="52309"/>
                  </a:cubicBezTo>
                  <a:cubicBezTo>
                    <a:pt x="33080" y="52309"/>
                    <a:pt x="34672" y="52218"/>
                    <a:pt x="36265" y="52036"/>
                  </a:cubicBezTo>
                  <a:cubicBezTo>
                    <a:pt x="42608" y="51314"/>
                    <a:pt x="50289" y="50172"/>
                    <a:pt x="55133" y="43508"/>
                  </a:cubicBezTo>
                  <a:cubicBezTo>
                    <a:pt x="61199" y="35149"/>
                    <a:pt x="60334" y="22990"/>
                    <a:pt x="57729" y="15425"/>
                  </a:cubicBezTo>
                  <a:cubicBezTo>
                    <a:pt x="55062" y="7681"/>
                    <a:pt x="49468" y="402"/>
                    <a:pt x="41573" y="9"/>
                  </a:cubicBezTo>
                  <a:cubicBezTo>
                    <a:pt x="41458" y="3"/>
                    <a:pt x="41344" y="1"/>
                    <a:pt x="412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45"/>
            <p:cNvSpPr/>
            <p:nvPr/>
          </p:nvSpPr>
          <p:spPr>
            <a:xfrm>
              <a:off x="3450843" y="1341359"/>
              <a:ext cx="1094138" cy="575043"/>
            </a:xfrm>
            <a:custGeom>
              <a:avLst/>
              <a:gdLst/>
              <a:ahLst/>
              <a:cxnLst/>
              <a:rect l="l" t="t" r="r" b="b"/>
              <a:pathLst>
                <a:path w="16603" h="8726" extrusionOk="0">
                  <a:moveTo>
                    <a:pt x="12159" y="0"/>
                  </a:moveTo>
                  <a:cubicBezTo>
                    <a:pt x="10789" y="0"/>
                    <a:pt x="9463" y="494"/>
                    <a:pt x="8137" y="785"/>
                  </a:cubicBezTo>
                  <a:cubicBezTo>
                    <a:pt x="8065" y="803"/>
                    <a:pt x="7985" y="821"/>
                    <a:pt x="7914" y="830"/>
                  </a:cubicBezTo>
                  <a:cubicBezTo>
                    <a:pt x="7191" y="794"/>
                    <a:pt x="6468" y="732"/>
                    <a:pt x="5737" y="696"/>
                  </a:cubicBezTo>
                  <a:cubicBezTo>
                    <a:pt x="5589" y="689"/>
                    <a:pt x="5437" y="685"/>
                    <a:pt x="5280" y="685"/>
                  </a:cubicBezTo>
                  <a:cubicBezTo>
                    <a:pt x="3134" y="685"/>
                    <a:pt x="250" y="1409"/>
                    <a:pt x="126" y="3961"/>
                  </a:cubicBezTo>
                  <a:cubicBezTo>
                    <a:pt x="1" y="6388"/>
                    <a:pt x="2623" y="8083"/>
                    <a:pt x="4720" y="8538"/>
                  </a:cubicBezTo>
                  <a:cubicBezTo>
                    <a:pt x="5310" y="8665"/>
                    <a:pt x="5901" y="8725"/>
                    <a:pt x="6489" y="8725"/>
                  </a:cubicBezTo>
                  <a:cubicBezTo>
                    <a:pt x="8331" y="8725"/>
                    <a:pt x="10138" y="8137"/>
                    <a:pt x="11741" y="7191"/>
                  </a:cubicBezTo>
                  <a:cubicBezTo>
                    <a:pt x="13489" y="6156"/>
                    <a:pt x="16603" y="4024"/>
                    <a:pt x="15425" y="1579"/>
                  </a:cubicBezTo>
                  <a:cubicBezTo>
                    <a:pt x="14854" y="411"/>
                    <a:pt x="13409" y="9"/>
                    <a:pt x="12196" y="0"/>
                  </a:cubicBezTo>
                  <a:cubicBezTo>
                    <a:pt x="12184" y="0"/>
                    <a:pt x="12171" y="0"/>
                    <a:pt x="121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45"/>
            <p:cNvSpPr/>
            <p:nvPr/>
          </p:nvSpPr>
          <p:spPr>
            <a:xfrm>
              <a:off x="2907564" y="1587693"/>
              <a:ext cx="496886" cy="421760"/>
            </a:xfrm>
            <a:custGeom>
              <a:avLst/>
              <a:gdLst/>
              <a:ahLst/>
              <a:cxnLst/>
              <a:rect l="l" t="t" r="r" b="b"/>
              <a:pathLst>
                <a:path w="7540" h="6400" extrusionOk="0">
                  <a:moveTo>
                    <a:pt x="3871" y="1"/>
                  </a:moveTo>
                  <a:cubicBezTo>
                    <a:pt x="1949" y="1"/>
                    <a:pt x="0" y="1416"/>
                    <a:pt x="216" y="3640"/>
                  </a:cubicBezTo>
                  <a:cubicBezTo>
                    <a:pt x="363" y="5158"/>
                    <a:pt x="1683" y="6364"/>
                    <a:pt x="3175" y="6364"/>
                  </a:cubicBezTo>
                  <a:cubicBezTo>
                    <a:pt x="3217" y="6364"/>
                    <a:pt x="3260" y="6363"/>
                    <a:pt x="3302" y="6361"/>
                  </a:cubicBezTo>
                  <a:cubicBezTo>
                    <a:pt x="3477" y="6387"/>
                    <a:pt x="3654" y="6400"/>
                    <a:pt x="3830" y="6400"/>
                  </a:cubicBezTo>
                  <a:cubicBezTo>
                    <a:pt x="4690" y="6400"/>
                    <a:pt x="5547" y="6094"/>
                    <a:pt x="6184" y="5487"/>
                  </a:cubicBezTo>
                  <a:cubicBezTo>
                    <a:pt x="7237" y="4487"/>
                    <a:pt x="7540" y="2766"/>
                    <a:pt x="6737" y="1508"/>
                  </a:cubicBezTo>
                  <a:cubicBezTo>
                    <a:pt x="6065" y="465"/>
                    <a:pt x="4972" y="1"/>
                    <a:pt x="3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45"/>
            <p:cNvSpPr/>
            <p:nvPr/>
          </p:nvSpPr>
          <p:spPr>
            <a:xfrm>
              <a:off x="4971156" y="3070905"/>
              <a:ext cx="163498" cy="142937"/>
            </a:xfrm>
            <a:custGeom>
              <a:avLst/>
              <a:gdLst/>
              <a:ahLst/>
              <a:cxnLst/>
              <a:rect l="l" t="t" r="r" b="b"/>
              <a:pathLst>
                <a:path w="2481" h="2169" extrusionOk="0">
                  <a:moveTo>
                    <a:pt x="830" y="1"/>
                  </a:moveTo>
                  <a:lnTo>
                    <a:pt x="1" y="964"/>
                  </a:lnTo>
                  <a:cubicBezTo>
                    <a:pt x="134" y="1045"/>
                    <a:pt x="1749" y="2169"/>
                    <a:pt x="1749" y="2169"/>
                  </a:cubicBezTo>
                  <a:lnTo>
                    <a:pt x="2481" y="1045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D87C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45"/>
            <p:cNvSpPr/>
            <p:nvPr/>
          </p:nvSpPr>
          <p:spPr>
            <a:xfrm>
              <a:off x="5086415" y="3051069"/>
              <a:ext cx="212264" cy="218063"/>
            </a:xfrm>
            <a:custGeom>
              <a:avLst/>
              <a:gdLst/>
              <a:ahLst/>
              <a:cxnLst/>
              <a:rect l="l" t="t" r="r" b="b"/>
              <a:pathLst>
                <a:path w="3221" h="3309" extrusionOk="0">
                  <a:moveTo>
                    <a:pt x="3001" y="0"/>
                  </a:moveTo>
                  <a:cubicBezTo>
                    <a:pt x="2881" y="0"/>
                    <a:pt x="2704" y="63"/>
                    <a:pt x="2453" y="284"/>
                  </a:cubicBezTo>
                  <a:cubicBezTo>
                    <a:pt x="1873" y="810"/>
                    <a:pt x="1713" y="908"/>
                    <a:pt x="1338" y="1123"/>
                  </a:cubicBezTo>
                  <a:cubicBezTo>
                    <a:pt x="964" y="1328"/>
                    <a:pt x="732" y="1346"/>
                    <a:pt x="732" y="1346"/>
                  </a:cubicBezTo>
                  <a:lnTo>
                    <a:pt x="0" y="2470"/>
                  </a:lnTo>
                  <a:cubicBezTo>
                    <a:pt x="0" y="2470"/>
                    <a:pt x="535" y="3094"/>
                    <a:pt x="955" y="3308"/>
                  </a:cubicBezTo>
                  <a:cubicBezTo>
                    <a:pt x="2177" y="2532"/>
                    <a:pt x="3221" y="115"/>
                    <a:pt x="3221" y="115"/>
                  </a:cubicBezTo>
                  <a:cubicBezTo>
                    <a:pt x="3221" y="115"/>
                    <a:pt x="3162" y="0"/>
                    <a:pt x="3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45"/>
            <p:cNvSpPr/>
            <p:nvPr/>
          </p:nvSpPr>
          <p:spPr>
            <a:xfrm>
              <a:off x="4785384" y="3702359"/>
              <a:ext cx="112953" cy="144650"/>
            </a:xfrm>
            <a:custGeom>
              <a:avLst/>
              <a:gdLst/>
              <a:ahLst/>
              <a:cxnLst/>
              <a:rect l="l" t="t" r="r" b="b"/>
              <a:pathLst>
                <a:path w="1714" h="2195" extrusionOk="0">
                  <a:moveTo>
                    <a:pt x="1267" y="0"/>
                  </a:moveTo>
                  <a:lnTo>
                    <a:pt x="0" y="107"/>
                  </a:lnTo>
                  <a:cubicBezTo>
                    <a:pt x="36" y="259"/>
                    <a:pt x="411" y="2195"/>
                    <a:pt x="411" y="2195"/>
                  </a:cubicBezTo>
                  <a:lnTo>
                    <a:pt x="1713" y="1900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D87C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45"/>
            <p:cNvSpPr/>
            <p:nvPr/>
          </p:nvSpPr>
          <p:spPr>
            <a:xfrm>
              <a:off x="4112216" y="2845527"/>
              <a:ext cx="990675" cy="951464"/>
            </a:xfrm>
            <a:custGeom>
              <a:avLst/>
              <a:gdLst/>
              <a:ahLst/>
              <a:cxnLst/>
              <a:rect l="l" t="t" r="r" b="b"/>
              <a:pathLst>
                <a:path w="15033" h="14438" extrusionOk="0">
                  <a:moveTo>
                    <a:pt x="9187" y="1"/>
                  </a:moveTo>
                  <a:cubicBezTo>
                    <a:pt x="7596" y="1"/>
                    <a:pt x="4595" y="1485"/>
                    <a:pt x="4595" y="1485"/>
                  </a:cubicBezTo>
                  <a:cubicBezTo>
                    <a:pt x="4595" y="1485"/>
                    <a:pt x="1" y="4465"/>
                    <a:pt x="1196" y="7444"/>
                  </a:cubicBezTo>
                  <a:cubicBezTo>
                    <a:pt x="1196" y="7444"/>
                    <a:pt x="3944" y="8345"/>
                    <a:pt x="5559" y="8773"/>
                  </a:cubicBezTo>
                  <a:cubicBezTo>
                    <a:pt x="7182" y="9202"/>
                    <a:pt x="8199" y="9202"/>
                    <a:pt x="8708" y="10165"/>
                  </a:cubicBezTo>
                  <a:cubicBezTo>
                    <a:pt x="9225" y="11129"/>
                    <a:pt x="9903" y="13876"/>
                    <a:pt x="10323" y="14188"/>
                  </a:cubicBezTo>
                  <a:cubicBezTo>
                    <a:pt x="10513" y="14327"/>
                    <a:pt x="10822" y="14438"/>
                    <a:pt x="11125" y="14438"/>
                  </a:cubicBezTo>
                  <a:cubicBezTo>
                    <a:pt x="11504" y="14438"/>
                    <a:pt x="11876" y="14266"/>
                    <a:pt x="12000" y="13760"/>
                  </a:cubicBezTo>
                  <a:cubicBezTo>
                    <a:pt x="12223" y="12859"/>
                    <a:pt x="11464" y="8434"/>
                    <a:pt x="10813" y="7409"/>
                  </a:cubicBezTo>
                  <a:cubicBezTo>
                    <a:pt x="10153" y="6392"/>
                    <a:pt x="4711" y="4607"/>
                    <a:pt x="4711" y="4607"/>
                  </a:cubicBezTo>
                  <a:lnTo>
                    <a:pt x="5050" y="4152"/>
                  </a:lnTo>
                  <a:cubicBezTo>
                    <a:pt x="5050" y="4152"/>
                    <a:pt x="8023" y="3630"/>
                    <a:pt x="9068" y="3630"/>
                  </a:cubicBezTo>
                  <a:cubicBezTo>
                    <a:pt x="9165" y="3630"/>
                    <a:pt x="9246" y="3634"/>
                    <a:pt x="9306" y="3644"/>
                  </a:cubicBezTo>
                  <a:cubicBezTo>
                    <a:pt x="10019" y="3751"/>
                    <a:pt x="14123" y="5571"/>
                    <a:pt x="14123" y="5571"/>
                  </a:cubicBezTo>
                  <a:cubicBezTo>
                    <a:pt x="14123" y="5571"/>
                    <a:pt x="15033" y="4893"/>
                    <a:pt x="15006" y="3920"/>
                  </a:cubicBezTo>
                  <a:cubicBezTo>
                    <a:pt x="14890" y="3555"/>
                    <a:pt x="10920" y="183"/>
                    <a:pt x="9421" y="13"/>
                  </a:cubicBezTo>
                  <a:cubicBezTo>
                    <a:pt x="9347" y="5"/>
                    <a:pt x="9269" y="1"/>
                    <a:pt x="91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45"/>
            <p:cNvSpPr/>
            <p:nvPr/>
          </p:nvSpPr>
          <p:spPr>
            <a:xfrm>
              <a:off x="3552000" y="2078055"/>
              <a:ext cx="329236" cy="716069"/>
            </a:xfrm>
            <a:custGeom>
              <a:avLst/>
              <a:gdLst/>
              <a:ahLst/>
              <a:cxnLst/>
              <a:rect l="l" t="t" r="r" b="b"/>
              <a:pathLst>
                <a:path w="4996" h="10866" extrusionOk="0">
                  <a:moveTo>
                    <a:pt x="4091" y="1"/>
                  </a:moveTo>
                  <a:cubicBezTo>
                    <a:pt x="4051" y="1"/>
                    <a:pt x="4010" y="9"/>
                    <a:pt x="3970" y="26"/>
                  </a:cubicBezTo>
                  <a:cubicBezTo>
                    <a:pt x="3488" y="231"/>
                    <a:pt x="3943" y="1471"/>
                    <a:pt x="3943" y="1471"/>
                  </a:cubicBezTo>
                  <a:cubicBezTo>
                    <a:pt x="3943" y="1471"/>
                    <a:pt x="848" y="3220"/>
                    <a:pt x="419" y="5860"/>
                  </a:cubicBezTo>
                  <a:cubicBezTo>
                    <a:pt x="0" y="8501"/>
                    <a:pt x="2498" y="10865"/>
                    <a:pt x="2498" y="10865"/>
                  </a:cubicBezTo>
                  <a:lnTo>
                    <a:pt x="3854" y="8501"/>
                  </a:lnTo>
                  <a:cubicBezTo>
                    <a:pt x="3854" y="8501"/>
                    <a:pt x="2498" y="7020"/>
                    <a:pt x="2917" y="5584"/>
                  </a:cubicBezTo>
                  <a:cubicBezTo>
                    <a:pt x="3346" y="4139"/>
                    <a:pt x="4568" y="2426"/>
                    <a:pt x="4791" y="1676"/>
                  </a:cubicBezTo>
                  <a:cubicBezTo>
                    <a:pt x="4995" y="981"/>
                    <a:pt x="4540" y="1"/>
                    <a:pt x="4091" y="1"/>
                  </a:cubicBezTo>
                  <a:close/>
                </a:path>
              </a:pathLst>
            </a:custGeom>
            <a:solidFill>
              <a:srgbClr val="FFAA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45"/>
            <p:cNvSpPr/>
            <p:nvPr/>
          </p:nvSpPr>
          <p:spPr>
            <a:xfrm>
              <a:off x="4258448" y="2009058"/>
              <a:ext cx="276582" cy="662756"/>
            </a:xfrm>
            <a:custGeom>
              <a:avLst/>
              <a:gdLst/>
              <a:ahLst/>
              <a:cxnLst/>
              <a:rect l="l" t="t" r="r" b="b"/>
              <a:pathLst>
                <a:path w="4197" h="10057" extrusionOk="0">
                  <a:moveTo>
                    <a:pt x="956" y="0"/>
                  </a:moveTo>
                  <a:cubicBezTo>
                    <a:pt x="547" y="0"/>
                    <a:pt x="0" y="765"/>
                    <a:pt x="137" y="1483"/>
                  </a:cubicBezTo>
                  <a:cubicBezTo>
                    <a:pt x="307" y="2376"/>
                    <a:pt x="1555" y="3268"/>
                    <a:pt x="1930" y="4570"/>
                  </a:cubicBezTo>
                  <a:cubicBezTo>
                    <a:pt x="2296" y="5873"/>
                    <a:pt x="904" y="8237"/>
                    <a:pt x="904" y="8237"/>
                  </a:cubicBezTo>
                  <a:lnTo>
                    <a:pt x="2778" y="10056"/>
                  </a:lnTo>
                  <a:cubicBezTo>
                    <a:pt x="2778" y="10056"/>
                    <a:pt x="4196" y="7657"/>
                    <a:pt x="3830" y="5391"/>
                  </a:cubicBezTo>
                  <a:cubicBezTo>
                    <a:pt x="3456" y="3125"/>
                    <a:pt x="877" y="1448"/>
                    <a:pt x="877" y="1448"/>
                  </a:cubicBezTo>
                  <a:cubicBezTo>
                    <a:pt x="877" y="1448"/>
                    <a:pt x="1582" y="654"/>
                    <a:pt x="1216" y="145"/>
                  </a:cubicBezTo>
                  <a:cubicBezTo>
                    <a:pt x="1145" y="45"/>
                    <a:pt x="1055" y="0"/>
                    <a:pt x="956" y="0"/>
                  </a:cubicBezTo>
                  <a:close/>
                </a:path>
              </a:pathLst>
            </a:custGeom>
            <a:solidFill>
              <a:srgbClr val="FFAA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45"/>
            <p:cNvSpPr/>
            <p:nvPr/>
          </p:nvSpPr>
          <p:spPr>
            <a:xfrm>
              <a:off x="3671345" y="2535929"/>
              <a:ext cx="816633" cy="826057"/>
            </a:xfrm>
            <a:custGeom>
              <a:avLst/>
              <a:gdLst/>
              <a:ahLst/>
              <a:cxnLst/>
              <a:rect l="l" t="t" r="r" b="b"/>
              <a:pathLst>
                <a:path w="12392" h="12535" extrusionOk="0">
                  <a:moveTo>
                    <a:pt x="9733" y="1"/>
                  </a:moveTo>
                  <a:cubicBezTo>
                    <a:pt x="9733" y="1"/>
                    <a:pt x="8316" y="2374"/>
                    <a:pt x="6044" y="2374"/>
                  </a:cubicBezTo>
                  <a:cubicBezTo>
                    <a:pt x="5932" y="2374"/>
                    <a:pt x="5817" y="2368"/>
                    <a:pt x="5701" y="2356"/>
                  </a:cubicBezTo>
                  <a:cubicBezTo>
                    <a:pt x="5701" y="2356"/>
                    <a:pt x="3292" y="2356"/>
                    <a:pt x="1900" y="1160"/>
                  </a:cubicBezTo>
                  <a:cubicBezTo>
                    <a:pt x="1847" y="1276"/>
                    <a:pt x="0" y="3917"/>
                    <a:pt x="0" y="3917"/>
                  </a:cubicBezTo>
                  <a:lnTo>
                    <a:pt x="2444" y="5273"/>
                  </a:lnTo>
                  <a:cubicBezTo>
                    <a:pt x="2444" y="5273"/>
                    <a:pt x="3122" y="10554"/>
                    <a:pt x="8172" y="12535"/>
                  </a:cubicBezTo>
                  <a:cubicBezTo>
                    <a:pt x="8252" y="12481"/>
                    <a:pt x="8877" y="9635"/>
                    <a:pt x="9760" y="8618"/>
                  </a:cubicBezTo>
                  <a:cubicBezTo>
                    <a:pt x="10491" y="7771"/>
                    <a:pt x="12115" y="6379"/>
                    <a:pt x="12391" y="5728"/>
                  </a:cubicBezTo>
                  <a:lnTo>
                    <a:pt x="12391" y="5728"/>
                  </a:lnTo>
                  <a:cubicBezTo>
                    <a:pt x="12223" y="5739"/>
                    <a:pt x="12057" y="5744"/>
                    <a:pt x="11895" y="5744"/>
                  </a:cubicBezTo>
                  <a:cubicBezTo>
                    <a:pt x="10342" y="5744"/>
                    <a:pt x="9135" y="5250"/>
                    <a:pt x="9135" y="4426"/>
                  </a:cubicBezTo>
                  <a:cubicBezTo>
                    <a:pt x="9135" y="4426"/>
                    <a:pt x="11936" y="3177"/>
                    <a:pt x="12284" y="1901"/>
                  </a:cubicBezTo>
                  <a:cubicBezTo>
                    <a:pt x="12391" y="1508"/>
                    <a:pt x="9733" y="1"/>
                    <a:pt x="9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45"/>
            <p:cNvSpPr/>
            <p:nvPr/>
          </p:nvSpPr>
          <p:spPr>
            <a:xfrm>
              <a:off x="4808910" y="3827569"/>
              <a:ext cx="271640" cy="106099"/>
            </a:xfrm>
            <a:custGeom>
              <a:avLst/>
              <a:gdLst/>
              <a:ahLst/>
              <a:cxnLst/>
              <a:rect l="l" t="t" r="r" b="b"/>
              <a:pathLst>
                <a:path w="4122" h="1610" extrusionOk="0">
                  <a:moveTo>
                    <a:pt x="1356" y="0"/>
                  </a:moveTo>
                  <a:lnTo>
                    <a:pt x="54" y="295"/>
                  </a:lnTo>
                  <a:cubicBezTo>
                    <a:pt x="54" y="295"/>
                    <a:pt x="0" y="1106"/>
                    <a:pt x="152" y="1552"/>
                  </a:cubicBezTo>
                  <a:cubicBezTo>
                    <a:pt x="339" y="1592"/>
                    <a:pt x="543" y="1610"/>
                    <a:pt x="758" y="1610"/>
                  </a:cubicBezTo>
                  <a:cubicBezTo>
                    <a:pt x="2170" y="1610"/>
                    <a:pt x="4006" y="857"/>
                    <a:pt x="4006" y="857"/>
                  </a:cubicBezTo>
                  <a:cubicBezTo>
                    <a:pt x="4006" y="857"/>
                    <a:pt x="4122" y="482"/>
                    <a:pt x="3337" y="446"/>
                  </a:cubicBezTo>
                  <a:cubicBezTo>
                    <a:pt x="2552" y="411"/>
                    <a:pt x="2364" y="375"/>
                    <a:pt x="1954" y="259"/>
                  </a:cubicBezTo>
                  <a:cubicBezTo>
                    <a:pt x="1544" y="152"/>
                    <a:pt x="1356" y="0"/>
                    <a:pt x="1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45"/>
            <p:cNvSpPr/>
            <p:nvPr/>
          </p:nvSpPr>
          <p:spPr>
            <a:xfrm>
              <a:off x="3934681" y="2312132"/>
              <a:ext cx="310521" cy="220435"/>
            </a:xfrm>
            <a:custGeom>
              <a:avLst/>
              <a:gdLst/>
              <a:ahLst/>
              <a:cxnLst/>
              <a:rect l="l" t="t" r="r" b="b"/>
              <a:pathLst>
                <a:path w="4712" h="3345" extrusionOk="0">
                  <a:moveTo>
                    <a:pt x="3762" y="0"/>
                  </a:moveTo>
                  <a:cubicBezTo>
                    <a:pt x="3630" y="0"/>
                    <a:pt x="3476" y="40"/>
                    <a:pt x="3293" y="105"/>
                  </a:cubicBezTo>
                  <a:cubicBezTo>
                    <a:pt x="3156" y="156"/>
                    <a:pt x="3033" y="171"/>
                    <a:pt x="2915" y="171"/>
                  </a:cubicBezTo>
                  <a:cubicBezTo>
                    <a:pt x="2737" y="171"/>
                    <a:pt x="2572" y="136"/>
                    <a:pt x="2390" y="136"/>
                  </a:cubicBezTo>
                  <a:cubicBezTo>
                    <a:pt x="2142" y="136"/>
                    <a:pt x="1863" y="201"/>
                    <a:pt x="1482" y="506"/>
                  </a:cubicBezTo>
                  <a:cubicBezTo>
                    <a:pt x="625" y="1184"/>
                    <a:pt x="1" y="2407"/>
                    <a:pt x="1312" y="3174"/>
                  </a:cubicBezTo>
                  <a:cubicBezTo>
                    <a:pt x="1519" y="3294"/>
                    <a:pt x="1722" y="3345"/>
                    <a:pt x="1916" y="3345"/>
                  </a:cubicBezTo>
                  <a:cubicBezTo>
                    <a:pt x="2946" y="3345"/>
                    <a:pt x="3748" y="1925"/>
                    <a:pt x="3748" y="1925"/>
                  </a:cubicBezTo>
                  <a:cubicBezTo>
                    <a:pt x="3748" y="1925"/>
                    <a:pt x="4711" y="1782"/>
                    <a:pt x="4461" y="872"/>
                  </a:cubicBezTo>
                  <a:cubicBezTo>
                    <a:pt x="4278" y="229"/>
                    <a:pt x="4082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45"/>
            <p:cNvSpPr/>
            <p:nvPr/>
          </p:nvSpPr>
          <p:spPr>
            <a:xfrm>
              <a:off x="4022855" y="2543573"/>
              <a:ext cx="140038" cy="199413"/>
            </a:xfrm>
            <a:custGeom>
              <a:avLst/>
              <a:gdLst/>
              <a:ahLst/>
              <a:cxnLst/>
              <a:rect l="l" t="t" r="r" b="b"/>
              <a:pathLst>
                <a:path w="2125" h="3026" extrusionOk="0">
                  <a:moveTo>
                    <a:pt x="625" y="1"/>
                  </a:moveTo>
                  <a:lnTo>
                    <a:pt x="625" y="1"/>
                  </a:lnTo>
                  <a:cubicBezTo>
                    <a:pt x="625" y="1"/>
                    <a:pt x="706" y="1705"/>
                    <a:pt x="1" y="2213"/>
                  </a:cubicBezTo>
                  <a:cubicBezTo>
                    <a:pt x="272" y="2838"/>
                    <a:pt x="667" y="3026"/>
                    <a:pt x="1042" y="3026"/>
                  </a:cubicBezTo>
                  <a:cubicBezTo>
                    <a:pt x="1605" y="3026"/>
                    <a:pt x="2124" y="2606"/>
                    <a:pt x="2124" y="2606"/>
                  </a:cubicBezTo>
                  <a:cubicBezTo>
                    <a:pt x="2124" y="2606"/>
                    <a:pt x="1732" y="1901"/>
                    <a:pt x="1874" y="1080"/>
                  </a:cubicBezTo>
                  <a:cubicBezTo>
                    <a:pt x="1812" y="1018"/>
                    <a:pt x="625" y="1"/>
                    <a:pt x="625" y="1"/>
                  </a:cubicBezTo>
                  <a:close/>
                </a:path>
              </a:pathLst>
            </a:custGeom>
            <a:solidFill>
              <a:srgbClr val="DB9C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45"/>
            <p:cNvSpPr/>
            <p:nvPr/>
          </p:nvSpPr>
          <p:spPr>
            <a:xfrm>
              <a:off x="3998802" y="2391937"/>
              <a:ext cx="257537" cy="257867"/>
            </a:xfrm>
            <a:custGeom>
              <a:avLst/>
              <a:gdLst/>
              <a:ahLst/>
              <a:cxnLst/>
              <a:rect l="l" t="t" r="r" b="b"/>
              <a:pathLst>
                <a:path w="3908" h="3913" extrusionOk="0">
                  <a:moveTo>
                    <a:pt x="1329" y="0"/>
                  </a:moveTo>
                  <a:lnTo>
                    <a:pt x="1329" y="0"/>
                  </a:lnTo>
                  <a:cubicBezTo>
                    <a:pt x="1329" y="0"/>
                    <a:pt x="1330" y="0"/>
                    <a:pt x="1330" y="0"/>
                  </a:cubicBezTo>
                  <a:lnTo>
                    <a:pt x="1330" y="0"/>
                  </a:lnTo>
                  <a:cubicBezTo>
                    <a:pt x="1330" y="0"/>
                    <a:pt x="1329" y="0"/>
                    <a:pt x="1329" y="0"/>
                  </a:cubicBezTo>
                  <a:close/>
                  <a:moveTo>
                    <a:pt x="1330" y="0"/>
                  </a:moveTo>
                  <a:cubicBezTo>
                    <a:pt x="1444" y="92"/>
                    <a:pt x="794" y="1481"/>
                    <a:pt x="446" y="1508"/>
                  </a:cubicBezTo>
                  <a:cubicBezTo>
                    <a:pt x="446" y="1508"/>
                    <a:pt x="408" y="1500"/>
                    <a:pt x="353" y="1500"/>
                  </a:cubicBezTo>
                  <a:cubicBezTo>
                    <a:pt x="222" y="1500"/>
                    <a:pt x="0" y="1544"/>
                    <a:pt x="0" y="1847"/>
                  </a:cubicBezTo>
                  <a:cubicBezTo>
                    <a:pt x="0" y="2149"/>
                    <a:pt x="222" y="2193"/>
                    <a:pt x="353" y="2193"/>
                  </a:cubicBezTo>
                  <a:cubicBezTo>
                    <a:pt x="408" y="2193"/>
                    <a:pt x="446" y="2186"/>
                    <a:pt x="446" y="2186"/>
                  </a:cubicBezTo>
                  <a:cubicBezTo>
                    <a:pt x="446" y="2186"/>
                    <a:pt x="1347" y="3912"/>
                    <a:pt x="2414" y="3912"/>
                  </a:cubicBezTo>
                  <a:cubicBezTo>
                    <a:pt x="2515" y="3912"/>
                    <a:pt x="2617" y="3897"/>
                    <a:pt x="2721" y="3863"/>
                  </a:cubicBezTo>
                  <a:cubicBezTo>
                    <a:pt x="3907" y="3461"/>
                    <a:pt x="2828" y="232"/>
                    <a:pt x="2828" y="232"/>
                  </a:cubicBezTo>
                  <a:lnTo>
                    <a:pt x="2828" y="232"/>
                  </a:lnTo>
                  <a:cubicBezTo>
                    <a:pt x="2828" y="232"/>
                    <a:pt x="2609" y="354"/>
                    <a:pt x="2279" y="354"/>
                  </a:cubicBezTo>
                  <a:cubicBezTo>
                    <a:pt x="2015" y="354"/>
                    <a:pt x="1681" y="277"/>
                    <a:pt x="1330" y="0"/>
                  </a:cubicBezTo>
                  <a:close/>
                </a:path>
              </a:pathLst>
            </a:custGeom>
            <a:solidFill>
              <a:srgbClr val="FFAA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45"/>
            <p:cNvSpPr/>
            <p:nvPr/>
          </p:nvSpPr>
          <p:spPr>
            <a:xfrm>
              <a:off x="5082857" y="1678240"/>
              <a:ext cx="883653" cy="1303370"/>
            </a:xfrm>
            <a:custGeom>
              <a:avLst/>
              <a:gdLst/>
              <a:ahLst/>
              <a:cxnLst/>
              <a:rect l="l" t="t" r="r" b="b"/>
              <a:pathLst>
                <a:path w="13409" h="19778" extrusionOk="0">
                  <a:moveTo>
                    <a:pt x="5121" y="0"/>
                  </a:moveTo>
                  <a:cubicBezTo>
                    <a:pt x="4493" y="0"/>
                    <a:pt x="3920" y="427"/>
                    <a:pt x="3774" y="1071"/>
                  </a:cubicBezTo>
                  <a:lnTo>
                    <a:pt x="170" y="16504"/>
                  </a:lnTo>
                  <a:cubicBezTo>
                    <a:pt x="1" y="17244"/>
                    <a:pt x="455" y="17985"/>
                    <a:pt x="1205" y="18163"/>
                  </a:cubicBezTo>
                  <a:lnTo>
                    <a:pt x="7976" y="19742"/>
                  </a:lnTo>
                  <a:cubicBezTo>
                    <a:pt x="8080" y="19766"/>
                    <a:pt x="8185" y="19778"/>
                    <a:pt x="8287" y="19778"/>
                  </a:cubicBezTo>
                  <a:cubicBezTo>
                    <a:pt x="8914" y="19778"/>
                    <a:pt x="9482" y="19351"/>
                    <a:pt x="9635" y="18707"/>
                  </a:cubicBezTo>
                  <a:lnTo>
                    <a:pt x="13239" y="3283"/>
                  </a:lnTo>
                  <a:cubicBezTo>
                    <a:pt x="13409" y="2534"/>
                    <a:pt x="12945" y="1793"/>
                    <a:pt x="12205" y="1615"/>
                  </a:cubicBezTo>
                  <a:lnTo>
                    <a:pt x="5433" y="36"/>
                  </a:lnTo>
                  <a:cubicBezTo>
                    <a:pt x="5329" y="12"/>
                    <a:pt x="5224" y="0"/>
                    <a:pt x="5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45"/>
            <p:cNvSpPr/>
            <p:nvPr/>
          </p:nvSpPr>
          <p:spPr>
            <a:xfrm>
              <a:off x="5147505" y="1801078"/>
              <a:ext cx="761409" cy="1027711"/>
            </a:xfrm>
            <a:custGeom>
              <a:avLst/>
              <a:gdLst/>
              <a:ahLst/>
              <a:cxnLst/>
              <a:rect l="l" t="t" r="r" b="b"/>
              <a:pathLst>
                <a:path w="11554" h="15595" extrusionOk="0">
                  <a:moveTo>
                    <a:pt x="3486" y="1"/>
                  </a:moveTo>
                  <a:cubicBezTo>
                    <a:pt x="3302" y="1"/>
                    <a:pt x="3134" y="126"/>
                    <a:pt x="3088" y="313"/>
                  </a:cubicBezTo>
                  <a:lnTo>
                    <a:pt x="45" y="13320"/>
                  </a:lnTo>
                  <a:cubicBezTo>
                    <a:pt x="1" y="13534"/>
                    <a:pt x="135" y="13748"/>
                    <a:pt x="349" y="13801"/>
                  </a:cubicBezTo>
                  <a:lnTo>
                    <a:pt x="7976" y="15585"/>
                  </a:lnTo>
                  <a:cubicBezTo>
                    <a:pt x="8005" y="15591"/>
                    <a:pt x="8034" y="15594"/>
                    <a:pt x="8062" y="15594"/>
                  </a:cubicBezTo>
                  <a:cubicBezTo>
                    <a:pt x="8252" y="15594"/>
                    <a:pt x="8420" y="15469"/>
                    <a:pt x="8467" y="15282"/>
                  </a:cubicBezTo>
                  <a:lnTo>
                    <a:pt x="11500" y="2275"/>
                  </a:lnTo>
                  <a:cubicBezTo>
                    <a:pt x="11554" y="2061"/>
                    <a:pt x="11420" y="1847"/>
                    <a:pt x="11197" y="1794"/>
                  </a:cubicBezTo>
                  <a:lnTo>
                    <a:pt x="3569" y="9"/>
                  </a:lnTo>
                  <a:cubicBezTo>
                    <a:pt x="3541" y="4"/>
                    <a:pt x="3514" y="1"/>
                    <a:pt x="3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45"/>
            <p:cNvSpPr/>
            <p:nvPr/>
          </p:nvSpPr>
          <p:spPr>
            <a:xfrm>
              <a:off x="5552592" y="1760879"/>
              <a:ext cx="24778" cy="22274"/>
            </a:xfrm>
            <a:custGeom>
              <a:avLst/>
              <a:gdLst/>
              <a:ahLst/>
              <a:cxnLst/>
              <a:rect l="l" t="t" r="r" b="b"/>
              <a:pathLst>
                <a:path w="376" h="338" extrusionOk="0">
                  <a:moveTo>
                    <a:pt x="189" y="0"/>
                  </a:moveTo>
                  <a:cubicBezTo>
                    <a:pt x="112" y="0"/>
                    <a:pt x="43" y="51"/>
                    <a:pt x="27" y="129"/>
                  </a:cubicBezTo>
                  <a:cubicBezTo>
                    <a:pt x="0" y="218"/>
                    <a:pt x="63" y="307"/>
                    <a:pt x="152" y="334"/>
                  </a:cubicBezTo>
                  <a:cubicBezTo>
                    <a:pt x="164" y="336"/>
                    <a:pt x="175" y="337"/>
                    <a:pt x="186" y="337"/>
                  </a:cubicBezTo>
                  <a:cubicBezTo>
                    <a:pt x="263" y="337"/>
                    <a:pt x="333" y="287"/>
                    <a:pt x="348" y="209"/>
                  </a:cubicBezTo>
                  <a:cubicBezTo>
                    <a:pt x="375" y="111"/>
                    <a:pt x="313" y="22"/>
                    <a:pt x="223" y="4"/>
                  </a:cubicBezTo>
                  <a:cubicBezTo>
                    <a:pt x="212" y="2"/>
                    <a:pt x="200" y="0"/>
                    <a:pt x="189" y="0"/>
                  </a:cubicBezTo>
                  <a:close/>
                </a:path>
              </a:pathLst>
            </a:custGeom>
            <a:solidFill>
              <a:srgbClr val="253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45"/>
            <p:cNvSpPr/>
            <p:nvPr/>
          </p:nvSpPr>
          <p:spPr>
            <a:xfrm>
              <a:off x="5595493" y="1770698"/>
              <a:ext cx="153547" cy="52390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178" y="0"/>
                  </a:moveTo>
                  <a:cubicBezTo>
                    <a:pt x="99" y="0"/>
                    <a:pt x="34" y="56"/>
                    <a:pt x="19" y="131"/>
                  </a:cubicBezTo>
                  <a:cubicBezTo>
                    <a:pt x="1" y="221"/>
                    <a:pt x="54" y="310"/>
                    <a:pt x="143" y="328"/>
                  </a:cubicBezTo>
                  <a:lnTo>
                    <a:pt x="2106" y="792"/>
                  </a:lnTo>
                  <a:cubicBezTo>
                    <a:pt x="2118" y="794"/>
                    <a:pt x="2129" y="795"/>
                    <a:pt x="2140" y="795"/>
                  </a:cubicBezTo>
                  <a:cubicBezTo>
                    <a:pt x="2217" y="795"/>
                    <a:pt x="2287" y="744"/>
                    <a:pt x="2302" y="667"/>
                  </a:cubicBezTo>
                  <a:cubicBezTo>
                    <a:pt x="2329" y="577"/>
                    <a:pt x="2267" y="479"/>
                    <a:pt x="2177" y="462"/>
                  </a:cubicBezTo>
                  <a:lnTo>
                    <a:pt x="224" y="7"/>
                  </a:lnTo>
                  <a:cubicBezTo>
                    <a:pt x="208" y="2"/>
                    <a:pt x="193" y="0"/>
                    <a:pt x="178" y="0"/>
                  </a:cubicBezTo>
                  <a:close/>
                </a:path>
              </a:pathLst>
            </a:custGeom>
            <a:solidFill>
              <a:srgbClr val="253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45"/>
            <p:cNvSpPr/>
            <p:nvPr/>
          </p:nvSpPr>
          <p:spPr>
            <a:xfrm>
              <a:off x="5350938" y="2805723"/>
              <a:ext cx="103529" cy="94303"/>
            </a:xfrm>
            <a:custGeom>
              <a:avLst/>
              <a:gdLst/>
              <a:ahLst/>
              <a:cxnLst/>
              <a:rect l="l" t="t" r="r" b="b"/>
              <a:pathLst>
                <a:path w="1571" h="1431" extrusionOk="0">
                  <a:moveTo>
                    <a:pt x="785" y="1"/>
                  </a:moveTo>
                  <a:cubicBezTo>
                    <a:pt x="460" y="1"/>
                    <a:pt x="166" y="225"/>
                    <a:pt x="90" y="555"/>
                  </a:cubicBezTo>
                  <a:cubicBezTo>
                    <a:pt x="1" y="938"/>
                    <a:pt x="232" y="1322"/>
                    <a:pt x="616" y="1411"/>
                  </a:cubicBezTo>
                  <a:cubicBezTo>
                    <a:pt x="671" y="1424"/>
                    <a:pt x="727" y="1430"/>
                    <a:pt x="781" y="1430"/>
                  </a:cubicBezTo>
                  <a:cubicBezTo>
                    <a:pt x="1104" y="1430"/>
                    <a:pt x="1396" y="1213"/>
                    <a:pt x="1472" y="885"/>
                  </a:cubicBezTo>
                  <a:cubicBezTo>
                    <a:pt x="1571" y="501"/>
                    <a:pt x="1330" y="117"/>
                    <a:pt x="946" y="19"/>
                  </a:cubicBezTo>
                  <a:cubicBezTo>
                    <a:pt x="892" y="7"/>
                    <a:pt x="838" y="1"/>
                    <a:pt x="7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45"/>
            <p:cNvSpPr/>
            <p:nvPr/>
          </p:nvSpPr>
          <p:spPr>
            <a:xfrm>
              <a:off x="5248661" y="1868625"/>
              <a:ext cx="54697" cy="157106"/>
            </a:xfrm>
            <a:custGeom>
              <a:avLst/>
              <a:gdLst/>
              <a:ahLst/>
              <a:cxnLst/>
              <a:rect l="l" t="t" r="r" b="b"/>
              <a:pathLst>
                <a:path w="830" h="2384" extrusionOk="0">
                  <a:moveTo>
                    <a:pt x="752" y="0"/>
                  </a:moveTo>
                  <a:cubicBezTo>
                    <a:pt x="611" y="0"/>
                    <a:pt x="485" y="99"/>
                    <a:pt x="455" y="242"/>
                  </a:cubicBezTo>
                  <a:lnTo>
                    <a:pt x="45" y="2009"/>
                  </a:lnTo>
                  <a:cubicBezTo>
                    <a:pt x="0" y="2178"/>
                    <a:pt x="107" y="2348"/>
                    <a:pt x="277" y="2383"/>
                  </a:cubicBezTo>
                  <a:lnTo>
                    <a:pt x="830" y="10"/>
                  </a:lnTo>
                  <a:cubicBezTo>
                    <a:pt x="804" y="3"/>
                    <a:pt x="778" y="0"/>
                    <a:pt x="752" y="0"/>
                  </a:cubicBezTo>
                  <a:close/>
                </a:path>
              </a:pathLst>
            </a:custGeom>
            <a:solidFill>
              <a:srgbClr val="2E3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45"/>
            <p:cNvSpPr/>
            <p:nvPr/>
          </p:nvSpPr>
          <p:spPr>
            <a:xfrm>
              <a:off x="5873591" y="2062108"/>
              <a:ext cx="60035" cy="182807"/>
            </a:xfrm>
            <a:custGeom>
              <a:avLst/>
              <a:gdLst/>
              <a:ahLst/>
              <a:cxnLst/>
              <a:rect l="l" t="t" r="r" b="b"/>
              <a:pathLst>
                <a:path w="911" h="2774" extrusionOk="0">
                  <a:moveTo>
                    <a:pt x="643" y="0"/>
                  </a:moveTo>
                  <a:lnTo>
                    <a:pt x="0" y="2766"/>
                  </a:lnTo>
                  <a:cubicBezTo>
                    <a:pt x="22" y="2771"/>
                    <a:pt x="45" y="2773"/>
                    <a:pt x="67" y="2773"/>
                  </a:cubicBezTo>
                  <a:cubicBezTo>
                    <a:pt x="205" y="2773"/>
                    <a:pt x="337" y="2680"/>
                    <a:pt x="375" y="2534"/>
                  </a:cubicBezTo>
                  <a:lnTo>
                    <a:pt x="875" y="375"/>
                  </a:lnTo>
                  <a:cubicBezTo>
                    <a:pt x="910" y="215"/>
                    <a:pt x="812" y="45"/>
                    <a:pt x="643" y="0"/>
                  </a:cubicBezTo>
                  <a:close/>
                </a:path>
              </a:pathLst>
            </a:custGeom>
            <a:solidFill>
              <a:srgbClr val="2E3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45"/>
            <p:cNvSpPr/>
            <p:nvPr/>
          </p:nvSpPr>
          <p:spPr>
            <a:xfrm>
              <a:off x="4995869" y="3806217"/>
              <a:ext cx="901314" cy="667040"/>
            </a:xfrm>
            <a:custGeom>
              <a:avLst/>
              <a:gdLst/>
              <a:ahLst/>
              <a:cxnLst/>
              <a:rect l="l" t="t" r="r" b="b"/>
              <a:pathLst>
                <a:path w="13677" h="10122" extrusionOk="0">
                  <a:moveTo>
                    <a:pt x="11136" y="1"/>
                  </a:moveTo>
                  <a:cubicBezTo>
                    <a:pt x="11050" y="1"/>
                    <a:pt x="10963" y="10"/>
                    <a:pt x="10875" y="30"/>
                  </a:cubicBezTo>
                  <a:lnTo>
                    <a:pt x="1044" y="2215"/>
                  </a:lnTo>
                  <a:cubicBezTo>
                    <a:pt x="402" y="2358"/>
                    <a:pt x="0" y="3000"/>
                    <a:pt x="143" y="3634"/>
                  </a:cubicBezTo>
                  <a:lnTo>
                    <a:pt x="1374" y="9192"/>
                  </a:lnTo>
                  <a:cubicBezTo>
                    <a:pt x="1498" y="9740"/>
                    <a:pt x="1995" y="10121"/>
                    <a:pt x="2538" y="10121"/>
                  </a:cubicBezTo>
                  <a:cubicBezTo>
                    <a:pt x="2622" y="10121"/>
                    <a:pt x="2707" y="10112"/>
                    <a:pt x="2792" y="10093"/>
                  </a:cubicBezTo>
                  <a:lnTo>
                    <a:pt x="12632" y="7898"/>
                  </a:lnTo>
                  <a:cubicBezTo>
                    <a:pt x="13275" y="7755"/>
                    <a:pt x="13676" y="7122"/>
                    <a:pt x="13533" y="6480"/>
                  </a:cubicBezTo>
                  <a:lnTo>
                    <a:pt x="12293" y="931"/>
                  </a:lnTo>
                  <a:cubicBezTo>
                    <a:pt x="12170" y="376"/>
                    <a:pt x="11681" y="1"/>
                    <a:pt x="11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45"/>
            <p:cNvSpPr/>
            <p:nvPr/>
          </p:nvSpPr>
          <p:spPr>
            <a:xfrm>
              <a:off x="5049379" y="4065665"/>
              <a:ext cx="820719" cy="267554"/>
            </a:xfrm>
            <a:custGeom>
              <a:avLst/>
              <a:gdLst/>
              <a:ahLst/>
              <a:cxnLst/>
              <a:rect l="l" t="t" r="r" b="b"/>
              <a:pathLst>
                <a:path w="12454" h="4060" extrusionOk="0">
                  <a:moveTo>
                    <a:pt x="12150" y="0"/>
                  </a:moveTo>
                  <a:lnTo>
                    <a:pt x="0" y="2703"/>
                  </a:lnTo>
                  <a:lnTo>
                    <a:pt x="303" y="4059"/>
                  </a:lnTo>
                  <a:lnTo>
                    <a:pt x="12454" y="1356"/>
                  </a:lnTo>
                  <a:lnTo>
                    <a:pt x="12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45"/>
            <p:cNvSpPr/>
            <p:nvPr/>
          </p:nvSpPr>
          <p:spPr>
            <a:xfrm>
              <a:off x="5617833" y="4249329"/>
              <a:ext cx="79410" cy="72292"/>
            </a:xfrm>
            <a:custGeom>
              <a:avLst/>
              <a:gdLst/>
              <a:ahLst/>
              <a:cxnLst/>
              <a:rect l="l" t="t" r="r" b="b"/>
              <a:pathLst>
                <a:path w="1205" h="1097" extrusionOk="0">
                  <a:moveTo>
                    <a:pt x="595" y="0"/>
                  </a:moveTo>
                  <a:cubicBezTo>
                    <a:pt x="441" y="0"/>
                    <a:pt x="288" y="77"/>
                    <a:pt x="197" y="220"/>
                  </a:cubicBezTo>
                  <a:lnTo>
                    <a:pt x="143" y="309"/>
                  </a:lnTo>
                  <a:cubicBezTo>
                    <a:pt x="1" y="532"/>
                    <a:pt x="63" y="826"/>
                    <a:pt x="286" y="960"/>
                  </a:cubicBezTo>
                  <a:lnTo>
                    <a:pt x="375" y="1022"/>
                  </a:lnTo>
                  <a:cubicBezTo>
                    <a:pt x="454" y="1073"/>
                    <a:pt x="541" y="1096"/>
                    <a:pt x="627" y="1096"/>
                  </a:cubicBezTo>
                  <a:cubicBezTo>
                    <a:pt x="785" y="1096"/>
                    <a:pt x="940" y="1015"/>
                    <a:pt x="1027" y="871"/>
                  </a:cubicBezTo>
                  <a:cubicBezTo>
                    <a:pt x="1205" y="603"/>
                    <a:pt x="1125" y="246"/>
                    <a:pt x="848" y="77"/>
                  </a:cubicBezTo>
                  <a:cubicBezTo>
                    <a:pt x="771" y="25"/>
                    <a:pt x="683" y="0"/>
                    <a:pt x="595" y="0"/>
                  </a:cubicBezTo>
                  <a:close/>
                </a:path>
              </a:pathLst>
            </a:custGeom>
            <a:solidFill>
              <a:srgbClr val="E265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45"/>
            <p:cNvSpPr/>
            <p:nvPr/>
          </p:nvSpPr>
          <p:spPr>
            <a:xfrm>
              <a:off x="5676023" y="4237928"/>
              <a:ext cx="79475" cy="69327"/>
            </a:xfrm>
            <a:custGeom>
              <a:avLst/>
              <a:gdLst/>
              <a:ahLst/>
              <a:cxnLst/>
              <a:rect l="l" t="t" r="r" b="b"/>
              <a:pathLst>
                <a:path w="1206" h="1052" extrusionOk="0">
                  <a:moveTo>
                    <a:pt x="601" y="1"/>
                  </a:moveTo>
                  <a:cubicBezTo>
                    <a:pt x="426" y="1"/>
                    <a:pt x="256" y="86"/>
                    <a:pt x="153" y="241"/>
                  </a:cubicBezTo>
                  <a:cubicBezTo>
                    <a:pt x="1" y="491"/>
                    <a:pt x="72" y="812"/>
                    <a:pt x="313" y="972"/>
                  </a:cubicBezTo>
                  <a:cubicBezTo>
                    <a:pt x="402" y="1026"/>
                    <a:pt x="501" y="1052"/>
                    <a:pt x="598" y="1052"/>
                  </a:cubicBezTo>
                  <a:cubicBezTo>
                    <a:pt x="775" y="1052"/>
                    <a:pt x="947" y="967"/>
                    <a:pt x="1045" y="812"/>
                  </a:cubicBezTo>
                  <a:cubicBezTo>
                    <a:pt x="1205" y="562"/>
                    <a:pt x="1125" y="241"/>
                    <a:pt x="884" y="80"/>
                  </a:cubicBezTo>
                  <a:cubicBezTo>
                    <a:pt x="795" y="26"/>
                    <a:pt x="698" y="1"/>
                    <a:pt x="601" y="1"/>
                  </a:cubicBezTo>
                  <a:close/>
                </a:path>
              </a:pathLst>
            </a:custGeom>
            <a:solidFill>
              <a:srgbClr val="F3CD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45"/>
            <p:cNvSpPr/>
            <p:nvPr/>
          </p:nvSpPr>
          <p:spPr>
            <a:xfrm>
              <a:off x="5076398" y="3903947"/>
              <a:ext cx="579129" cy="185838"/>
            </a:xfrm>
            <a:custGeom>
              <a:avLst/>
              <a:gdLst/>
              <a:ahLst/>
              <a:cxnLst/>
              <a:rect l="l" t="t" r="r" b="b"/>
              <a:pathLst>
                <a:path w="8788" h="2820" extrusionOk="0">
                  <a:moveTo>
                    <a:pt x="8565" y="1"/>
                  </a:moveTo>
                  <a:lnTo>
                    <a:pt x="0" y="1928"/>
                  </a:lnTo>
                  <a:lnTo>
                    <a:pt x="223" y="2820"/>
                  </a:lnTo>
                  <a:lnTo>
                    <a:pt x="8788" y="884"/>
                  </a:lnTo>
                  <a:lnTo>
                    <a:pt x="85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45"/>
            <p:cNvSpPr/>
            <p:nvPr/>
          </p:nvSpPr>
          <p:spPr>
            <a:xfrm>
              <a:off x="5092280" y="4023885"/>
              <a:ext cx="412732" cy="123563"/>
            </a:xfrm>
            <a:custGeom>
              <a:avLst/>
              <a:gdLst/>
              <a:ahLst/>
              <a:cxnLst/>
              <a:rect l="l" t="t" r="r" b="b"/>
              <a:pathLst>
                <a:path w="6263" h="1875" extrusionOk="0">
                  <a:moveTo>
                    <a:pt x="6147" y="1"/>
                  </a:moveTo>
                  <a:lnTo>
                    <a:pt x="0" y="1375"/>
                  </a:lnTo>
                  <a:lnTo>
                    <a:pt x="116" y="1874"/>
                  </a:lnTo>
                  <a:lnTo>
                    <a:pt x="6263" y="500"/>
                  </a:lnTo>
                  <a:lnTo>
                    <a:pt x="6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45"/>
            <p:cNvSpPr/>
            <p:nvPr/>
          </p:nvSpPr>
          <p:spPr>
            <a:xfrm>
              <a:off x="5108162" y="4097363"/>
              <a:ext cx="306896" cy="100629"/>
            </a:xfrm>
            <a:custGeom>
              <a:avLst/>
              <a:gdLst/>
              <a:ahLst/>
              <a:cxnLst/>
              <a:rect l="l" t="t" r="r" b="b"/>
              <a:pathLst>
                <a:path w="4657" h="1527" extrusionOk="0">
                  <a:moveTo>
                    <a:pt x="4541" y="1"/>
                  </a:moveTo>
                  <a:lnTo>
                    <a:pt x="0" y="1018"/>
                  </a:lnTo>
                  <a:lnTo>
                    <a:pt x="107" y="1526"/>
                  </a:lnTo>
                  <a:lnTo>
                    <a:pt x="4657" y="500"/>
                  </a:lnTo>
                  <a:lnTo>
                    <a:pt x="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45"/>
            <p:cNvSpPr/>
            <p:nvPr/>
          </p:nvSpPr>
          <p:spPr>
            <a:xfrm>
              <a:off x="4450876" y="3594810"/>
              <a:ext cx="144650" cy="144387"/>
            </a:xfrm>
            <a:custGeom>
              <a:avLst/>
              <a:gdLst/>
              <a:ahLst/>
              <a:cxnLst/>
              <a:rect l="l" t="t" r="r" b="b"/>
              <a:pathLst>
                <a:path w="2195" h="2191" extrusionOk="0">
                  <a:moveTo>
                    <a:pt x="1199" y="0"/>
                  </a:moveTo>
                  <a:cubicBezTo>
                    <a:pt x="852" y="0"/>
                    <a:pt x="523" y="213"/>
                    <a:pt x="393" y="561"/>
                  </a:cubicBezTo>
                  <a:lnTo>
                    <a:pt x="18" y="1507"/>
                  </a:lnTo>
                  <a:cubicBezTo>
                    <a:pt x="0" y="1543"/>
                    <a:pt x="27" y="1587"/>
                    <a:pt x="63" y="1605"/>
                  </a:cubicBezTo>
                  <a:cubicBezTo>
                    <a:pt x="74" y="1610"/>
                    <a:pt x="86" y="1612"/>
                    <a:pt x="97" y="1612"/>
                  </a:cubicBezTo>
                  <a:cubicBezTo>
                    <a:pt x="129" y="1612"/>
                    <a:pt x="157" y="1594"/>
                    <a:pt x="170" y="1561"/>
                  </a:cubicBezTo>
                  <a:lnTo>
                    <a:pt x="536" y="615"/>
                  </a:lnTo>
                  <a:cubicBezTo>
                    <a:pt x="645" y="335"/>
                    <a:pt x="917" y="164"/>
                    <a:pt x="1203" y="164"/>
                  </a:cubicBezTo>
                  <a:cubicBezTo>
                    <a:pt x="1290" y="164"/>
                    <a:pt x="1378" y="180"/>
                    <a:pt x="1463" y="214"/>
                  </a:cubicBezTo>
                  <a:cubicBezTo>
                    <a:pt x="1829" y="356"/>
                    <a:pt x="2008" y="767"/>
                    <a:pt x="1865" y="1132"/>
                  </a:cubicBezTo>
                  <a:lnTo>
                    <a:pt x="1499" y="2078"/>
                  </a:lnTo>
                  <a:cubicBezTo>
                    <a:pt x="1481" y="2123"/>
                    <a:pt x="1499" y="2167"/>
                    <a:pt x="1544" y="2185"/>
                  </a:cubicBezTo>
                  <a:cubicBezTo>
                    <a:pt x="1554" y="2189"/>
                    <a:pt x="1563" y="2191"/>
                    <a:pt x="1573" y="2191"/>
                  </a:cubicBezTo>
                  <a:cubicBezTo>
                    <a:pt x="1607" y="2191"/>
                    <a:pt x="1637" y="2168"/>
                    <a:pt x="1651" y="2140"/>
                  </a:cubicBezTo>
                  <a:lnTo>
                    <a:pt x="2017" y="1195"/>
                  </a:lnTo>
                  <a:cubicBezTo>
                    <a:pt x="2195" y="749"/>
                    <a:pt x="1972" y="240"/>
                    <a:pt x="1517" y="62"/>
                  </a:cubicBezTo>
                  <a:cubicBezTo>
                    <a:pt x="1413" y="20"/>
                    <a:pt x="1305" y="0"/>
                    <a:pt x="1199" y="0"/>
                  </a:cubicBezTo>
                  <a:close/>
                </a:path>
              </a:pathLst>
            </a:custGeom>
            <a:solidFill>
              <a:srgbClr val="EEB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45"/>
            <p:cNvSpPr/>
            <p:nvPr/>
          </p:nvSpPr>
          <p:spPr>
            <a:xfrm>
              <a:off x="4278020" y="3632966"/>
              <a:ext cx="346964" cy="363966"/>
            </a:xfrm>
            <a:custGeom>
              <a:avLst/>
              <a:gdLst/>
              <a:ahLst/>
              <a:cxnLst/>
              <a:rect l="l" t="t" r="r" b="b"/>
              <a:pathLst>
                <a:path w="5265" h="5523" extrusionOk="0">
                  <a:moveTo>
                    <a:pt x="1874" y="0"/>
                  </a:moveTo>
                  <a:lnTo>
                    <a:pt x="1" y="3988"/>
                  </a:lnTo>
                  <a:lnTo>
                    <a:pt x="3935" y="5522"/>
                  </a:lnTo>
                  <a:lnTo>
                    <a:pt x="5264" y="1321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45"/>
            <p:cNvSpPr/>
            <p:nvPr/>
          </p:nvSpPr>
          <p:spPr>
            <a:xfrm>
              <a:off x="4217458" y="3608846"/>
              <a:ext cx="346964" cy="364559"/>
            </a:xfrm>
            <a:custGeom>
              <a:avLst/>
              <a:gdLst/>
              <a:ahLst/>
              <a:cxnLst/>
              <a:rect l="l" t="t" r="r" b="b"/>
              <a:pathLst>
                <a:path w="5265" h="5532" extrusionOk="0">
                  <a:moveTo>
                    <a:pt x="1874" y="1"/>
                  </a:moveTo>
                  <a:lnTo>
                    <a:pt x="1" y="3997"/>
                  </a:lnTo>
                  <a:lnTo>
                    <a:pt x="3935" y="5532"/>
                  </a:lnTo>
                  <a:lnTo>
                    <a:pt x="5264" y="1330"/>
                  </a:lnTo>
                  <a:lnTo>
                    <a:pt x="18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45"/>
            <p:cNvSpPr/>
            <p:nvPr/>
          </p:nvSpPr>
          <p:spPr>
            <a:xfrm>
              <a:off x="4386755" y="3569834"/>
              <a:ext cx="144716" cy="144189"/>
            </a:xfrm>
            <a:custGeom>
              <a:avLst/>
              <a:gdLst/>
              <a:ahLst/>
              <a:cxnLst/>
              <a:rect l="l" t="t" r="r" b="b"/>
              <a:pathLst>
                <a:path w="2196" h="2188" extrusionOk="0">
                  <a:moveTo>
                    <a:pt x="1209" y="1"/>
                  </a:moveTo>
                  <a:cubicBezTo>
                    <a:pt x="858" y="1"/>
                    <a:pt x="523" y="212"/>
                    <a:pt x="385" y="557"/>
                  </a:cubicBezTo>
                  <a:lnTo>
                    <a:pt x="19" y="1503"/>
                  </a:lnTo>
                  <a:cubicBezTo>
                    <a:pt x="1" y="1547"/>
                    <a:pt x="28" y="1592"/>
                    <a:pt x="63" y="1610"/>
                  </a:cubicBezTo>
                  <a:cubicBezTo>
                    <a:pt x="71" y="1611"/>
                    <a:pt x="79" y="1612"/>
                    <a:pt x="86" y="1612"/>
                  </a:cubicBezTo>
                  <a:cubicBezTo>
                    <a:pt x="123" y="1612"/>
                    <a:pt x="156" y="1595"/>
                    <a:pt x="170" y="1565"/>
                  </a:cubicBezTo>
                  <a:lnTo>
                    <a:pt x="536" y="619"/>
                  </a:lnTo>
                  <a:cubicBezTo>
                    <a:pt x="646" y="332"/>
                    <a:pt x="918" y="160"/>
                    <a:pt x="1204" y="160"/>
                  </a:cubicBezTo>
                  <a:cubicBezTo>
                    <a:pt x="1291" y="160"/>
                    <a:pt x="1379" y="176"/>
                    <a:pt x="1464" y="209"/>
                  </a:cubicBezTo>
                  <a:cubicBezTo>
                    <a:pt x="1830" y="352"/>
                    <a:pt x="2008" y="771"/>
                    <a:pt x="1865" y="1137"/>
                  </a:cubicBezTo>
                  <a:lnTo>
                    <a:pt x="1500" y="2082"/>
                  </a:lnTo>
                  <a:cubicBezTo>
                    <a:pt x="1482" y="2118"/>
                    <a:pt x="1500" y="2172"/>
                    <a:pt x="1544" y="2180"/>
                  </a:cubicBezTo>
                  <a:cubicBezTo>
                    <a:pt x="1556" y="2185"/>
                    <a:pt x="1567" y="2187"/>
                    <a:pt x="1578" y="2187"/>
                  </a:cubicBezTo>
                  <a:cubicBezTo>
                    <a:pt x="1610" y="2187"/>
                    <a:pt x="1638" y="2169"/>
                    <a:pt x="1651" y="2136"/>
                  </a:cubicBezTo>
                  <a:lnTo>
                    <a:pt x="2017" y="1190"/>
                  </a:lnTo>
                  <a:cubicBezTo>
                    <a:pt x="2196" y="744"/>
                    <a:pt x="1973" y="236"/>
                    <a:pt x="1518" y="57"/>
                  </a:cubicBezTo>
                  <a:cubicBezTo>
                    <a:pt x="1416" y="19"/>
                    <a:pt x="1312" y="1"/>
                    <a:pt x="1209" y="1"/>
                  </a:cubicBezTo>
                  <a:close/>
                </a:path>
              </a:pathLst>
            </a:custGeom>
            <a:solidFill>
              <a:srgbClr val="F3CD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45"/>
            <p:cNvSpPr/>
            <p:nvPr/>
          </p:nvSpPr>
          <p:spPr>
            <a:xfrm>
              <a:off x="2982294" y="3634152"/>
              <a:ext cx="502158" cy="440937"/>
            </a:xfrm>
            <a:custGeom>
              <a:avLst/>
              <a:gdLst/>
              <a:ahLst/>
              <a:cxnLst/>
              <a:rect l="l" t="t" r="r" b="b"/>
              <a:pathLst>
                <a:path w="7620" h="6691" extrusionOk="0">
                  <a:moveTo>
                    <a:pt x="3812" y="1"/>
                  </a:moveTo>
                  <a:cubicBezTo>
                    <a:pt x="3348" y="1"/>
                    <a:pt x="2877" y="98"/>
                    <a:pt x="2427" y="303"/>
                  </a:cubicBezTo>
                  <a:cubicBezTo>
                    <a:pt x="741" y="1071"/>
                    <a:pt x="1" y="3051"/>
                    <a:pt x="768" y="4737"/>
                  </a:cubicBezTo>
                  <a:cubicBezTo>
                    <a:pt x="1329" y="5965"/>
                    <a:pt x="2546" y="6691"/>
                    <a:pt x="3815" y="6691"/>
                  </a:cubicBezTo>
                  <a:cubicBezTo>
                    <a:pt x="4280" y="6691"/>
                    <a:pt x="4752" y="6593"/>
                    <a:pt x="5202" y="6388"/>
                  </a:cubicBezTo>
                  <a:cubicBezTo>
                    <a:pt x="6879" y="5620"/>
                    <a:pt x="7619" y="3631"/>
                    <a:pt x="6852" y="1954"/>
                  </a:cubicBezTo>
                  <a:cubicBezTo>
                    <a:pt x="6290" y="726"/>
                    <a:pt x="5079" y="1"/>
                    <a:pt x="38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45"/>
            <p:cNvSpPr/>
            <p:nvPr/>
          </p:nvSpPr>
          <p:spPr>
            <a:xfrm>
              <a:off x="3075806" y="3746050"/>
              <a:ext cx="326337" cy="202049"/>
            </a:xfrm>
            <a:custGeom>
              <a:avLst/>
              <a:gdLst/>
              <a:ahLst/>
              <a:cxnLst/>
              <a:rect l="l" t="t" r="r" b="b"/>
              <a:pathLst>
                <a:path w="4952" h="3066" extrusionOk="0">
                  <a:moveTo>
                    <a:pt x="3335" y="1"/>
                  </a:moveTo>
                  <a:cubicBezTo>
                    <a:pt x="2739" y="1"/>
                    <a:pt x="2212" y="613"/>
                    <a:pt x="2212" y="613"/>
                  </a:cubicBezTo>
                  <a:lnTo>
                    <a:pt x="2204" y="613"/>
                  </a:lnTo>
                  <a:cubicBezTo>
                    <a:pt x="2204" y="613"/>
                    <a:pt x="1774" y="395"/>
                    <a:pt x="1320" y="395"/>
                  </a:cubicBezTo>
                  <a:cubicBezTo>
                    <a:pt x="922" y="395"/>
                    <a:pt x="506" y="563"/>
                    <a:pt x="348" y="1193"/>
                  </a:cubicBezTo>
                  <a:cubicBezTo>
                    <a:pt x="0" y="2549"/>
                    <a:pt x="2703" y="3066"/>
                    <a:pt x="2703" y="3066"/>
                  </a:cubicBezTo>
                  <a:cubicBezTo>
                    <a:pt x="2703" y="3066"/>
                    <a:pt x="4951" y="1603"/>
                    <a:pt x="4131" y="470"/>
                  </a:cubicBezTo>
                  <a:cubicBezTo>
                    <a:pt x="3878" y="122"/>
                    <a:pt x="3600" y="1"/>
                    <a:pt x="3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45"/>
            <p:cNvSpPr/>
            <p:nvPr/>
          </p:nvSpPr>
          <p:spPr>
            <a:xfrm>
              <a:off x="5042855" y="1381888"/>
              <a:ext cx="497479" cy="473426"/>
            </a:xfrm>
            <a:custGeom>
              <a:avLst/>
              <a:gdLst/>
              <a:ahLst/>
              <a:cxnLst/>
              <a:rect l="l" t="t" r="r" b="b"/>
              <a:pathLst>
                <a:path w="7549" h="7184" extrusionOk="0">
                  <a:moveTo>
                    <a:pt x="3778" y="1"/>
                  </a:moveTo>
                  <a:cubicBezTo>
                    <a:pt x="1957" y="1"/>
                    <a:pt x="390" y="1371"/>
                    <a:pt x="206" y="3221"/>
                  </a:cubicBezTo>
                  <a:cubicBezTo>
                    <a:pt x="1" y="5193"/>
                    <a:pt x="1428" y="6959"/>
                    <a:pt x="3400" y="7164"/>
                  </a:cubicBezTo>
                  <a:cubicBezTo>
                    <a:pt x="3526" y="7177"/>
                    <a:pt x="3651" y="7184"/>
                    <a:pt x="3775" y="7184"/>
                  </a:cubicBezTo>
                  <a:cubicBezTo>
                    <a:pt x="5591" y="7184"/>
                    <a:pt x="7151" y="5807"/>
                    <a:pt x="7343" y="3962"/>
                  </a:cubicBezTo>
                  <a:cubicBezTo>
                    <a:pt x="7548" y="1990"/>
                    <a:pt x="6112" y="224"/>
                    <a:pt x="4140" y="19"/>
                  </a:cubicBezTo>
                  <a:cubicBezTo>
                    <a:pt x="4019" y="7"/>
                    <a:pt x="3898" y="1"/>
                    <a:pt x="37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45"/>
            <p:cNvSpPr/>
            <p:nvPr/>
          </p:nvSpPr>
          <p:spPr>
            <a:xfrm>
              <a:off x="5328598" y="1726281"/>
              <a:ext cx="31830" cy="30248"/>
            </a:xfrm>
            <a:custGeom>
              <a:avLst/>
              <a:gdLst/>
              <a:ahLst/>
              <a:cxnLst/>
              <a:rect l="l" t="t" r="r" b="b"/>
              <a:pathLst>
                <a:path w="483" h="459" extrusionOk="0">
                  <a:moveTo>
                    <a:pt x="239" y="0"/>
                  </a:moveTo>
                  <a:cubicBezTo>
                    <a:pt x="126" y="0"/>
                    <a:pt x="27" y="93"/>
                    <a:pt x="18" y="208"/>
                  </a:cubicBezTo>
                  <a:cubicBezTo>
                    <a:pt x="1" y="333"/>
                    <a:pt x="90" y="440"/>
                    <a:pt x="215" y="458"/>
                  </a:cubicBezTo>
                  <a:cubicBezTo>
                    <a:pt x="221" y="458"/>
                    <a:pt x="227" y="458"/>
                    <a:pt x="233" y="458"/>
                  </a:cubicBezTo>
                  <a:cubicBezTo>
                    <a:pt x="358" y="458"/>
                    <a:pt x="456" y="371"/>
                    <a:pt x="473" y="252"/>
                  </a:cubicBezTo>
                  <a:cubicBezTo>
                    <a:pt x="482" y="127"/>
                    <a:pt x="393" y="11"/>
                    <a:pt x="268" y="3"/>
                  </a:cubicBezTo>
                  <a:cubicBezTo>
                    <a:pt x="258" y="1"/>
                    <a:pt x="248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45"/>
            <p:cNvSpPr/>
            <p:nvPr/>
          </p:nvSpPr>
          <p:spPr>
            <a:xfrm>
              <a:off x="5212811" y="1714024"/>
              <a:ext cx="31764" cy="30709"/>
            </a:xfrm>
            <a:custGeom>
              <a:avLst/>
              <a:gdLst/>
              <a:ahLst/>
              <a:cxnLst/>
              <a:rect l="l" t="t" r="r" b="b"/>
              <a:pathLst>
                <a:path w="482" h="466" extrusionOk="0">
                  <a:moveTo>
                    <a:pt x="249" y="1"/>
                  </a:moveTo>
                  <a:cubicBezTo>
                    <a:pt x="124" y="1"/>
                    <a:pt x="26" y="87"/>
                    <a:pt x="9" y="206"/>
                  </a:cubicBezTo>
                  <a:cubicBezTo>
                    <a:pt x="0" y="331"/>
                    <a:pt x="89" y="447"/>
                    <a:pt x="214" y="465"/>
                  </a:cubicBezTo>
                  <a:cubicBezTo>
                    <a:pt x="220" y="465"/>
                    <a:pt x="226" y="466"/>
                    <a:pt x="231" y="466"/>
                  </a:cubicBezTo>
                  <a:cubicBezTo>
                    <a:pt x="350" y="466"/>
                    <a:pt x="455" y="379"/>
                    <a:pt x="464" y="260"/>
                  </a:cubicBezTo>
                  <a:cubicBezTo>
                    <a:pt x="482" y="126"/>
                    <a:pt x="393" y="19"/>
                    <a:pt x="268" y="1"/>
                  </a:cubicBezTo>
                  <a:cubicBezTo>
                    <a:pt x="262" y="1"/>
                    <a:pt x="255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45"/>
            <p:cNvSpPr/>
            <p:nvPr/>
          </p:nvSpPr>
          <p:spPr>
            <a:xfrm>
              <a:off x="5118706" y="1510590"/>
              <a:ext cx="308742" cy="206728"/>
            </a:xfrm>
            <a:custGeom>
              <a:avLst/>
              <a:gdLst/>
              <a:ahLst/>
              <a:cxnLst/>
              <a:rect l="l" t="t" r="r" b="b"/>
              <a:pathLst>
                <a:path w="4685" h="3137" extrusionOk="0">
                  <a:moveTo>
                    <a:pt x="1196" y="1063"/>
                  </a:moveTo>
                  <a:lnTo>
                    <a:pt x="2044" y="1152"/>
                  </a:lnTo>
                  <a:lnTo>
                    <a:pt x="1999" y="1625"/>
                  </a:lnTo>
                  <a:lnTo>
                    <a:pt x="1294" y="1554"/>
                  </a:lnTo>
                  <a:lnTo>
                    <a:pt x="1196" y="1063"/>
                  </a:lnTo>
                  <a:close/>
                  <a:moveTo>
                    <a:pt x="2400" y="1188"/>
                  </a:moveTo>
                  <a:lnTo>
                    <a:pt x="3230" y="1268"/>
                  </a:lnTo>
                  <a:lnTo>
                    <a:pt x="3186" y="1750"/>
                  </a:lnTo>
                  <a:lnTo>
                    <a:pt x="2356" y="1661"/>
                  </a:lnTo>
                  <a:lnTo>
                    <a:pt x="2400" y="1188"/>
                  </a:lnTo>
                  <a:close/>
                  <a:moveTo>
                    <a:pt x="3587" y="1313"/>
                  </a:moveTo>
                  <a:lnTo>
                    <a:pt x="4256" y="1375"/>
                  </a:lnTo>
                  <a:lnTo>
                    <a:pt x="4113" y="1839"/>
                  </a:lnTo>
                  <a:lnTo>
                    <a:pt x="3542" y="1786"/>
                  </a:lnTo>
                  <a:lnTo>
                    <a:pt x="3587" y="1313"/>
                  </a:lnTo>
                  <a:close/>
                  <a:moveTo>
                    <a:pt x="1366" y="1920"/>
                  </a:moveTo>
                  <a:lnTo>
                    <a:pt x="1963" y="1982"/>
                  </a:lnTo>
                  <a:lnTo>
                    <a:pt x="1901" y="2571"/>
                  </a:lnTo>
                  <a:lnTo>
                    <a:pt x="1491" y="2535"/>
                  </a:lnTo>
                  <a:lnTo>
                    <a:pt x="1366" y="1920"/>
                  </a:lnTo>
                  <a:close/>
                  <a:moveTo>
                    <a:pt x="2320" y="2018"/>
                  </a:moveTo>
                  <a:lnTo>
                    <a:pt x="3150" y="2107"/>
                  </a:lnTo>
                  <a:lnTo>
                    <a:pt x="3087" y="2696"/>
                  </a:lnTo>
                  <a:lnTo>
                    <a:pt x="2258" y="2606"/>
                  </a:lnTo>
                  <a:lnTo>
                    <a:pt x="2320" y="2018"/>
                  </a:lnTo>
                  <a:close/>
                  <a:moveTo>
                    <a:pt x="3507" y="2143"/>
                  </a:moveTo>
                  <a:lnTo>
                    <a:pt x="3997" y="2187"/>
                  </a:lnTo>
                  <a:lnTo>
                    <a:pt x="3810" y="2767"/>
                  </a:lnTo>
                  <a:lnTo>
                    <a:pt x="3444" y="2731"/>
                  </a:lnTo>
                  <a:lnTo>
                    <a:pt x="3507" y="2143"/>
                  </a:lnTo>
                  <a:close/>
                  <a:moveTo>
                    <a:pt x="198" y="1"/>
                  </a:moveTo>
                  <a:cubicBezTo>
                    <a:pt x="107" y="1"/>
                    <a:pt x="27" y="70"/>
                    <a:pt x="19" y="162"/>
                  </a:cubicBezTo>
                  <a:cubicBezTo>
                    <a:pt x="1" y="260"/>
                    <a:pt x="72" y="349"/>
                    <a:pt x="170" y="358"/>
                  </a:cubicBezTo>
                  <a:lnTo>
                    <a:pt x="697" y="412"/>
                  </a:lnTo>
                  <a:lnTo>
                    <a:pt x="1169" y="2731"/>
                  </a:lnTo>
                  <a:cubicBezTo>
                    <a:pt x="1178" y="2812"/>
                    <a:pt x="1250" y="2865"/>
                    <a:pt x="1321" y="2874"/>
                  </a:cubicBezTo>
                  <a:lnTo>
                    <a:pt x="3801" y="3133"/>
                  </a:lnTo>
                  <a:cubicBezTo>
                    <a:pt x="3832" y="3135"/>
                    <a:pt x="3865" y="3137"/>
                    <a:pt x="3896" y="3137"/>
                  </a:cubicBezTo>
                  <a:cubicBezTo>
                    <a:pt x="3990" y="3137"/>
                    <a:pt x="4075" y="3122"/>
                    <a:pt x="4095" y="3061"/>
                  </a:cubicBezTo>
                  <a:lnTo>
                    <a:pt x="4666" y="1277"/>
                  </a:lnTo>
                  <a:cubicBezTo>
                    <a:pt x="4684" y="1224"/>
                    <a:pt x="4675" y="1170"/>
                    <a:pt x="4649" y="1126"/>
                  </a:cubicBezTo>
                  <a:cubicBezTo>
                    <a:pt x="4622" y="1081"/>
                    <a:pt x="4568" y="1054"/>
                    <a:pt x="4515" y="1045"/>
                  </a:cubicBezTo>
                  <a:lnTo>
                    <a:pt x="1125" y="697"/>
                  </a:lnTo>
                  <a:lnTo>
                    <a:pt x="1027" y="207"/>
                  </a:lnTo>
                  <a:cubicBezTo>
                    <a:pt x="1009" y="135"/>
                    <a:pt x="946" y="73"/>
                    <a:pt x="866" y="64"/>
                  </a:cubicBezTo>
                  <a:lnTo>
                    <a:pt x="215" y="2"/>
                  </a:lnTo>
                  <a:cubicBezTo>
                    <a:pt x="209" y="1"/>
                    <a:pt x="204" y="1"/>
                    <a:pt x="1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45"/>
            <p:cNvSpPr/>
            <p:nvPr/>
          </p:nvSpPr>
          <p:spPr>
            <a:xfrm>
              <a:off x="5805977" y="3137134"/>
              <a:ext cx="563840" cy="561732"/>
            </a:xfrm>
            <a:custGeom>
              <a:avLst/>
              <a:gdLst/>
              <a:ahLst/>
              <a:cxnLst/>
              <a:rect l="l" t="t" r="r" b="b"/>
              <a:pathLst>
                <a:path w="8556" h="8524" extrusionOk="0">
                  <a:moveTo>
                    <a:pt x="2920" y="1"/>
                  </a:moveTo>
                  <a:cubicBezTo>
                    <a:pt x="2698" y="1"/>
                    <a:pt x="2438" y="34"/>
                    <a:pt x="2150" y="129"/>
                  </a:cubicBezTo>
                  <a:cubicBezTo>
                    <a:pt x="1499" y="343"/>
                    <a:pt x="839" y="914"/>
                    <a:pt x="0" y="1922"/>
                  </a:cubicBezTo>
                  <a:cubicBezTo>
                    <a:pt x="0" y="1922"/>
                    <a:pt x="527" y="3019"/>
                    <a:pt x="928" y="3180"/>
                  </a:cubicBezTo>
                  <a:lnTo>
                    <a:pt x="1660" y="2609"/>
                  </a:lnTo>
                  <a:lnTo>
                    <a:pt x="1660" y="2609"/>
                  </a:lnTo>
                  <a:cubicBezTo>
                    <a:pt x="1660" y="2609"/>
                    <a:pt x="1321" y="4349"/>
                    <a:pt x="482" y="7319"/>
                  </a:cubicBezTo>
                  <a:cubicBezTo>
                    <a:pt x="482" y="7319"/>
                    <a:pt x="1678" y="7970"/>
                    <a:pt x="3069" y="8283"/>
                  </a:cubicBezTo>
                  <a:cubicBezTo>
                    <a:pt x="3994" y="8489"/>
                    <a:pt x="4900" y="8524"/>
                    <a:pt x="5408" y="8524"/>
                  </a:cubicBezTo>
                  <a:cubicBezTo>
                    <a:pt x="5669" y="8524"/>
                    <a:pt x="5826" y="8515"/>
                    <a:pt x="5826" y="8515"/>
                  </a:cubicBezTo>
                  <a:cubicBezTo>
                    <a:pt x="6334" y="5472"/>
                    <a:pt x="6763" y="3751"/>
                    <a:pt x="6763" y="3751"/>
                  </a:cubicBezTo>
                  <a:lnTo>
                    <a:pt x="7182" y="4580"/>
                  </a:lnTo>
                  <a:cubicBezTo>
                    <a:pt x="7187" y="4581"/>
                    <a:pt x="7192" y="4581"/>
                    <a:pt x="7197" y="4581"/>
                  </a:cubicBezTo>
                  <a:cubicBezTo>
                    <a:pt x="7641" y="4581"/>
                    <a:pt x="8556" y="3840"/>
                    <a:pt x="8556" y="3840"/>
                  </a:cubicBezTo>
                  <a:cubicBezTo>
                    <a:pt x="8226" y="2564"/>
                    <a:pt x="7869" y="1770"/>
                    <a:pt x="7369" y="1297"/>
                  </a:cubicBezTo>
                  <a:cubicBezTo>
                    <a:pt x="6752" y="703"/>
                    <a:pt x="6121" y="663"/>
                    <a:pt x="5962" y="663"/>
                  </a:cubicBezTo>
                  <a:cubicBezTo>
                    <a:pt x="5937" y="663"/>
                    <a:pt x="5924" y="664"/>
                    <a:pt x="5924" y="664"/>
                  </a:cubicBezTo>
                  <a:cubicBezTo>
                    <a:pt x="5924" y="673"/>
                    <a:pt x="5915" y="673"/>
                    <a:pt x="5915" y="682"/>
                  </a:cubicBezTo>
                  <a:cubicBezTo>
                    <a:pt x="5879" y="860"/>
                    <a:pt x="5826" y="1039"/>
                    <a:pt x="5746" y="1190"/>
                  </a:cubicBezTo>
                  <a:cubicBezTo>
                    <a:pt x="5614" y="1446"/>
                    <a:pt x="5391" y="1633"/>
                    <a:pt x="4978" y="1633"/>
                  </a:cubicBezTo>
                  <a:cubicBezTo>
                    <a:pt x="4858" y="1633"/>
                    <a:pt x="4722" y="1617"/>
                    <a:pt x="4568" y="1583"/>
                  </a:cubicBezTo>
                  <a:cubicBezTo>
                    <a:pt x="3881" y="1431"/>
                    <a:pt x="3685" y="1092"/>
                    <a:pt x="3667" y="727"/>
                  </a:cubicBezTo>
                  <a:cubicBezTo>
                    <a:pt x="3658" y="557"/>
                    <a:pt x="3694" y="370"/>
                    <a:pt x="3729" y="191"/>
                  </a:cubicBezTo>
                  <a:cubicBezTo>
                    <a:pt x="3729" y="191"/>
                    <a:pt x="3738" y="182"/>
                    <a:pt x="3738" y="173"/>
                  </a:cubicBezTo>
                  <a:cubicBezTo>
                    <a:pt x="3738" y="173"/>
                    <a:pt x="3427" y="1"/>
                    <a:pt x="2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45"/>
            <p:cNvSpPr/>
            <p:nvPr/>
          </p:nvSpPr>
          <p:spPr>
            <a:xfrm>
              <a:off x="5920050" y="2477937"/>
              <a:ext cx="467429" cy="420047"/>
            </a:xfrm>
            <a:custGeom>
              <a:avLst/>
              <a:gdLst/>
              <a:ahLst/>
              <a:cxnLst/>
              <a:rect l="l" t="t" r="r" b="b"/>
              <a:pathLst>
                <a:path w="7093" h="6374" extrusionOk="0">
                  <a:moveTo>
                    <a:pt x="3555" y="1"/>
                  </a:moveTo>
                  <a:cubicBezTo>
                    <a:pt x="3268" y="1"/>
                    <a:pt x="2976" y="40"/>
                    <a:pt x="2685" y="122"/>
                  </a:cubicBezTo>
                  <a:cubicBezTo>
                    <a:pt x="990" y="595"/>
                    <a:pt x="0" y="2353"/>
                    <a:pt x="482" y="4048"/>
                  </a:cubicBezTo>
                  <a:cubicBezTo>
                    <a:pt x="874" y="5452"/>
                    <a:pt x="2154" y="6373"/>
                    <a:pt x="3541" y="6373"/>
                  </a:cubicBezTo>
                  <a:cubicBezTo>
                    <a:pt x="3827" y="6373"/>
                    <a:pt x="4118" y="6334"/>
                    <a:pt x="4407" y="6251"/>
                  </a:cubicBezTo>
                  <a:cubicBezTo>
                    <a:pt x="6102" y="5778"/>
                    <a:pt x="7092" y="4021"/>
                    <a:pt x="6619" y="2326"/>
                  </a:cubicBezTo>
                  <a:cubicBezTo>
                    <a:pt x="6220" y="921"/>
                    <a:pt x="4945" y="1"/>
                    <a:pt x="3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45"/>
            <p:cNvSpPr/>
            <p:nvPr/>
          </p:nvSpPr>
          <p:spPr>
            <a:xfrm>
              <a:off x="6026413" y="2678800"/>
              <a:ext cx="88833" cy="139906"/>
            </a:xfrm>
            <a:custGeom>
              <a:avLst/>
              <a:gdLst/>
              <a:ahLst/>
              <a:cxnLst/>
              <a:rect l="l" t="t" r="r" b="b"/>
              <a:pathLst>
                <a:path w="1348" h="2123" extrusionOk="0">
                  <a:moveTo>
                    <a:pt x="512" y="1"/>
                  </a:moveTo>
                  <a:cubicBezTo>
                    <a:pt x="468" y="1"/>
                    <a:pt x="422" y="6"/>
                    <a:pt x="375" y="18"/>
                  </a:cubicBezTo>
                  <a:cubicBezTo>
                    <a:pt x="144" y="90"/>
                    <a:pt x="1" y="304"/>
                    <a:pt x="54" y="509"/>
                  </a:cubicBezTo>
                  <a:lnTo>
                    <a:pt x="429" y="1847"/>
                  </a:lnTo>
                  <a:cubicBezTo>
                    <a:pt x="480" y="2015"/>
                    <a:pt x="650" y="2123"/>
                    <a:pt x="837" y="2123"/>
                  </a:cubicBezTo>
                  <a:cubicBezTo>
                    <a:pt x="879" y="2123"/>
                    <a:pt x="922" y="2117"/>
                    <a:pt x="964" y="2106"/>
                  </a:cubicBezTo>
                  <a:cubicBezTo>
                    <a:pt x="1196" y="2035"/>
                    <a:pt x="1348" y="1812"/>
                    <a:pt x="1285" y="1615"/>
                  </a:cubicBezTo>
                  <a:lnTo>
                    <a:pt x="911" y="268"/>
                  </a:lnTo>
                  <a:cubicBezTo>
                    <a:pt x="860" y="102"/>
                    <a:pt x="699" y="1"/>
                    <a:pt x="5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45"/>
            <p:cNvSpPr/>
            <p:nvPr/>
          </p:nvSpPr>
          <p:spPr>
            <a:xfrm>
              <a:off x="6105229" y="2556489"/>
              <a:ext cx="181686" cy="234802"/>
            </a:xfrm>
            <a:custGeom>
              <a:avLst/>
              <a:gdLst/>
              <a:ahLst/>
              <a:cxnLst/>
              <a:rect l="l" t="t" r="r" b="b"/>
              <a:pathLst>
                <a:path w="2757" h="3563" extrusionOk="0">
                  <a:moveTo>
                    <a:pt x="803" y="1"/>
                  </a:moveTo>
                  <a:cubicBezTo>
                    <a:pt x="616" y="10"/>
                    <a:pt x="473" y="162"/>
                    <a:pt x="455" y="349"/>
                  </a:cubicBezTo>
                  <a:cubicBezTo>
                    <a:pt x="411" y="795"/>
                    <a:pt x="339" y="1018"/>
                    <a:pt x="116" y="1410"/>
                  </a:cubicBezTo>
                  <a:cubicBezTo>
                    <a:pt x="63" y="1509"/>
                    <a:pt x="36" y="1598"/>
                    <a:pt x="18" y="1705"/>
                  </a:cubicBezTo>
                  <a:cubicBezTo>
                    <a:pt x="0" y="1821"/>
                    <a:pt x="54" y="1955"/>
                    <a:pt x="89" y="2080"/>
                  </a:cubicBezTo>
                  <a:lnTo>
                    <a:pt x="348" y="3016"/>
                  </a:lnTo>
                  <a:cubicBezTo>
                    <a:pt x="444" y="3342"/>
                    <a:pt x="749" y="3563"/>
                    <a:pt x="1074" y="3563"/>
                  </a:cubicBezTo>
                  <a:cubicBezTo>
                    <a:pt x="1141" y="3563"/>
                    <a:pt x="1209" y="3554"/>
                    <a:pt x="1276" y="3534"/>
                  </a:cubicBezTo>
                  <a:lnTo>
                    <a:pt x="2123" y="3248"/>
                  </a:lnTo>
                  <a:cubicBezTo>
                    <a:pt x="2516" y="3132"/>
                    <a:pt x="2757" y="2713"/>
                    <a:pt x="2641" y="2320"/>
                  </a:cubicBezTo>
                  <a:lnTo>
                    <a:pt x="2561" y="1384"/>
                  </a:lnTo>
                  <a:cubicBezTo>
                    <a:pt x="2464" y="1048"/>
                    <a:pt x="2155" y="831"/>
                    <a:pt x="1827" y="831"/>
                  </a:cubicBezTo>
                  <a:cubicBezTo>
                    <a:pt x="1763" y="831"/>
                    <a:pt x="1697" y="840"/>
                    <a:pt x="1633" y="857"/>
                  </a:cubicBezTo>
                  <a:lnTo>
                    <a:pt x="1008" y="1036"/>
                  </a:lnTo>
                  <a:cubicBezTo>
                    <a:pt x="1053" y="857"/>
                    <a:pt x="1089" y="661"/>
                    <a:pt x="1115" y="420"/>
                  </a:cubicBezTo>
                  <a:cubicBezTo>
                    <a:pt x="1142" y="188"/>
                    <a:pt x="982" y="1"/>
                    <a:pt x="8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45"/>
            <p:cNvSpPr/>
            <p:nvPr/>
          </p:nvSpPr>
          <p:spPr>
            <a:xfrm>
              <a:off x="2985853" y="2753464"/>
              <a:ext cx="453919" cy="546838"/>
            </a:xfrm>
            <a:custGeom>
              <a:avLst/>
              <a:gdLst/>
              <a:ahLst/>
              <a:cxnLst/>
              <a:rect l="l" t="t" r="r" b="b"/>
              <a:pathLst>
                <a:path w="6888" h="8298" extrusionOk="0">
                  <a:moveTo>
                    <a:pt x="2578" y="1"/>
                  </a:moveTo>
                  <a:lnTo>
                    <a:pt x="0" y="6415"/>
                  </a:lnTo>
                  <a:lnTo>
                    <a:pt x="4309" y="8297"/>
                  </a:lnTo>
                  <a:lnTo>
                    <a:pt x="6887" y="1883"/>
                  </a:lnTo>
                  <a:lnTo>
                    <a:pt x="2578" y="1"/>
                  </a:lnTo>
                  <a:close/>
                </a:path>
              </a:pathLst>
            </a:custGeom>
            <a:solidFill>
              <a:srgbClr val="0A7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45"/>
            <p:cNvSpPr/>
            <p:nvPr/>
          </p:nvSpPr>
          <p:spPr>
            <a:xfrm>
              <a:off x="2881797" y="2720514"/>
              <a:ext cx="483904" cy="534515"/>
            </a:xfrm>
            <a:custGeom>
              <a:avLst/>
              <a:gdLst/>
              <a:ahLst/>
              <a:cxnLst/>
              <a:rect l="l" t="t" r="r" b="b"/>
              <a:pathLst>
                <a:path w="7343" h="8111" extrusionOk="0">
                  <a:moveTo>
                    <a:pt x="3033" y="1"/>
                  </a:moveTo>
                  <a:lnTo>
                    <a:pt x="0" y="6228"/>
                  </a:lnTo>
                  <a:lnTo>
                    <a:pt x="4309" y="8110"/>
                  </a:lnTo>
                  <a:lnTo>
                    <a:pt x="7342" y="189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45"/>
            <p:cNvSpPr/>
            <p:nvPr/>
          </p:nvSpPr>
          <p:spPr>
            <a:xfrm>
              <a:off x="3145133" y="2717483"/>
              <a:ext cx="169363" cy="136545"/>
            </a:xfrm>
            <a:custGeom>
              <a:avLst/>
              <a:gdLst/>
              <a:ahLst/>
              <a:cxnLst/>
              <a:rect l="l" t="t" r="r" b="b"/>
              <a:pathLst>
                <a:path w="2570" h="2072" extrusionOk="0">
                  <a:moveTo>
                    <a:pt x="1250" y="1"/>
                  </a:moveTo>
                  <a:cubicBezTo>
                    <a:pt x="1108" y="1"/>
                    <a:pt x="965" y="28"/>
                    <a:pt x="830" y="83"/>
                  </a:cubicBezTo>
                  <a:cubicBezTo>
                    <a:pt x="545" y="199"/>
                    <a:pt x="313" y="413"/>
                    <a:pt x="197" y="698"/>
                  </a:cubicBezTo>
                  <a:lnTo>
                    <a:pt x="19" y="1100"/>
                  </a:lnTo>
                  <a:cubicBezTo>
                    <a:pt x="1" y="1135"/>
                    <a:pt x="19" y="1180"/>
                    <a:pt x="54" y="1198"/>
                  </a:cubicBezTo>
                  <a:cubicBezTo>
                    <a:pt x="64" y="1200"/>
                    <a:pt x="74" y="1201"/>
                    <a:pt x="83" y="1201"/>
                  </a:cubicBezTo>
                  <a:cubicBezTo>
                    <a:pt x="114" y="1201"/>
                    <a:pt x="139" y="1188"/>
                    <a:pt x="152" y="1153"/>
                  </a:cubicBezTo>
                  <a:lnTo>
                    <a:pt x="331" y="761"/>
                  </a:lnTo>
                  <a:cubicBezTo>
                    <a:pt x="438" y="511"/>
                    <a:pt x="634" y="323"/>
                    <a:pt x="884" y="225"/>
                  </a:cubicBezTo>
                  <a:cubicBezTo>
                    <a:pt x="1006" y="177"/>
                    <a:pt x="1135" y="153"/>
                    <a:pt x="1263" y="153"/>
                  </a:cubicBezTo>
                  <a:cubicBezTo>
                    <a:pt x="1398" y="153"/>
                    <a:pt x="1532" y="180"/>
                    <a:pt x="1660" y="234"/>
                  </a:cubicBezTo>
                  <a:cubicBezTo>
                    <a:pt x="2169" y="457"/>
                    <a:pt x="2401" y="1055"/>
                    <a:pt x="2177" y="1564"/>
                  </a:cubicBezTo>
                  <a:lnTo>
                    <a:pt x="1999" y="1965"/>
                  </a:lnTo>
                  <a:cubicBezTo>
                    <a:pt x="1981" y="2001"/>
                    <a:pt x="1999" y="2045"/>
                    <a:pt x="2044" y="2063"/>
                  </a:cubicBezTo>
                  <a:cubicBezTo>
                    <a:pt x="2053" y="2063"/>
                    <a:pt x="2062" y="2072"/>
                    <a:pt x="2070" y="2072"/>
                  </a:cubicBezTo>
                  <a:cubicBezTo>
                    <a:pt x="2097" y="2072"/>
                    <a:pt x="2124" y="2054"/>
                    <a:pt x="2142" y="2027"/>
                  </a:cubicBezTo>
                  <a:lnTo>
                    <a:pt x="2311" y="1626"/>
                  </a:lnTo>
                  <a:cubicBezTo>
                    <a:pt x="2570" y="1037"/>
                    <a:pt x="2302" y="359"/>
                    <a:pt x="1714" y="100"/>
                  </a:cubicBezTo>
                  <a:cubicBezTo>
                    <a:pt x="1568" y="35"/>
                    <a:pt x="1409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45"/>
            <p:cNvSpPr/>
            <p:nvPr/>
          </p:nvSpPr>
          <p:spPr>
            <a:xfrm>
              <a:off x="3302700" y="1997460"/>
              <a:ext cx="452140" cy="282843"/>
            </a:xfrm>
            <a:custGeom>
              <a:avLst/>
              <a:gdLst/>
              <a:ahLst/>
              <a:cxnLst/>
              <a:rect l="l" t="t" r="r" b="b"/>
              <a:pathLst>
                <a:path w="6861" h="4292" extrusionOk="0">
                  <a:moveTo>
                    <a:pt x="6861" y="0"/>
                  </a:moveTo>
                  <a:lnTo>
                    <a:pt x="45" y="303"/>
                  </a:lnTo>
                  <a:lnTo>
                    <a:pt x="1" y="4291"/>
                  </a:lnTo>
                  <a:lnTo>
                    <a:pt x="1" y="4291"/>
                  </a:lnTo>
                  <a:lnTo>
                    <a:pt x="6816" y="3979"/>
                  </a:lnTo>
                  <a:lnTo>
                    <a:pt x="6861" y="0"/>
                  </a:lnTo>
                  <a:close/>
                </a:path>
              </a:pathLst>
            </a:custGeom>
            <a:solidFill>
              <a:srgbClr val="EB72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45"/>
            <p:cNvSpPr/>
            <p:nvPr/>
          </p:nvSpPr>
          <p:spPr>
            <a:xfrm>
              <a:off x="3303886" y="1905727"/>
              <a:ext cx="453919" cy="318099"/>
            </a:xfrm>
            <a:custGeom>
              <a:avLst/>
              <a:gdLst/>
              <a:ahLst/>
              <a:cxnLst/>
              <a:rect l="l" t="t" r="r" b="b"/>
              <a:pathLst>
                <a:path w="6888" h="4827" extrusionOk="0">
                  <a:moveTo>
                    <a:pt x="0" y="0"/>
                  </a:moveTo>
                  <a:lnTo>
                    <a:pt x="63" y="4648"/>
                  </a:lnTo>
                  <a:lnTo>
                    <a:pt x="6887" y="4827"/>
                  </a:lnTo>
                  <a:lnTo>
                    <a:pt x="6825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45"/>
            <p:cNvSpPr/>
            <p:nvPr/>
          </p:nvSpPr>
          <p:spPr>
            <a:xfrm>
              <a:off x="3720704" y="2019800"/>
              <a:ext cx="109394" cy="150516"/>
            </a:xfrm>
            <a:custGeom>
              <a:avLst/>
              <a:gdLst/>
              <a:ahLst/>
              <a:cxnLst/>
              <a:rect l="l" t="t" r="r" b="b"/>
              <a:pathLst>
                <a:path w="1660" h="2284" extrusionOk="0">
                  <a:moveTo>
                    <a:pt x="72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16"/>
                    <a:pt x="36" y="152"/>
                    <a:pt x="72" y="152"/>
                  </a:cubicBezTo>
                  <a:lnTo>
                    <a:pt x="509" y="143"/>
                  </a:lnTo>
                  <a:cubicBezTo>
                    <a:pt x="777" y="143"/>
                    <a:pt x="1017" y="241"/>
                    <a:pt x="1214" y="419"/>
                  </a:cubicBezTo>
                  <a:cubicBezTo>
                    <a:pt x="1401" y="607"/>
                    <a:pt x="1508" y="857"/>
                    <a:pt x="1517" y="1124"/>
                  </a:cubicBezTo>
                  <a:cubicBezTo>
                    <a:pt x="1517" y="1392"/>
                    <a:pt x="1419" y="1642"/>
                    <a:pt x="1232" y="1829"/>
                  </a:cubicBezTo>
                  <a:cubicBezTo>
                    <a:pt x="1044" y="2016"/>
                    <a:pt x="794" y="2123"/>
                    <a:pt x="536" y="2132"/>
                  </a:cubicBezTo>
                  <a:lnTo>
                    <a:pt x="99" y="2141"/>
                  </a:lnTo>
                  <a:cubicBezTo>
                    <a:pt x="63" y="2141"/>
                    <a:pt x="27" y="2168"/>
                    <a:pt x="27" y="2213"/>
                  </a:cubicBezTo>
                  <a:cubicBezTo>
                    <a:pt x="27" y="2248"/>
                    <a:pt x="63" y="2284"/>
                    <a:pt x="108" y="2284"/>
                  </a:cubicBezTo>
                  <a:lnTo>
                    <a:pt x="536" y="2275"/>
                  </a:lnTo>
                  <a:cubicBezTo>
                    <a:pt x="839" y="2275"/>
                    <a:pt x="1125" y="2150"/>
                    <a:pt x="1339" y="1936"/>
                  </a:cubicBezTo>
                  <a:cubicBezTo>
                    <a:pt x="1553" y="1713"/>
                    <a:pt x="1660" y="1427"/>
                    <a:pt x="1660" y="1124"/>
                  </a:cubicBezTo>
                  <a:cubicBezTo>
                    <a:pt x="1660" y="812"/>
                    <a:pt x="1535" y="535"/>
                    <a:pt x="1312" y="321"/>
                  </a:cubicBezTo>
                  <a:cubicBezTo>
                    <a:pt x="1098" y="107"/>
                    <a:pt x="821" y="0"/>
                    <a:pt x="5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45"/>
            <p:cNvSpPr/>
            <p:nvPr/>
          </p:nvSpPr>
          <p:spPr>
            <a:xfrm>
              <a:off x="4360329" y="1976833"/>
              <a:ext cx="470987" cy="333454"/>
            </a:xfrm>
            <a:custGeom>
              <a:avLst/>
              <a:gdLst/>
              <a:ahLst/>
              <a:cxnLst/>
              <a:rect l="l" t="t" r="r" b="b"/>
              <a:pathLst>
                <a:path w="7147" h="5060" extrusionOk="0">
                  <a:moveTo>
                    <a:pt x="402" y="1"/>
                  </a:moveTo>
                  <a:lnTo>
                    <a:pt x="1" y="4033"/>
                  </a:lnTo>
                  <a:lnTo>
                    <a:pt x="6745" y="5059"/>
                  </a:lnTo>
                  <a:lnTo>
                    <a:pt x="7146" y="1036"/>
                  </a:lnTo>
                  <a:lnTo>
                    <a:pt x="402" y="1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45"/>
            <p:cNvSpPr/>
            <p:nvPr/>
          </p:nvSpPr>
          <p:spPr>
            <a:xfrm>
              <a:off x="4359736" y="1897489"/>
              <a:ext cx="485090" cy="339846"/>
            </a:xfrm>
            <a:custGeom>
              <a:avLst/>
              <a:gdLst/>
              <a:ahLst/>
              <a:cxnLst/>
              <a:rect l="l" t="t" r="r" b="b"/>
              <a:pathLst>
                <a:path w="7361" h="5157" extrusionOk="0">
                  <a:moveTo>
                    <a:pt x="563" y="1"/>
                  </a:moveTo>
                  <a:lnTo>
                    <a:pt x="1" y="4604"/>
                  </a:lnTo>
                  <a:lnTo>
                    <a:pt x="6798" y="5157"/>
                  </a:lnTo>
                  <a:lnTo>
                    <a:pt x="7360" y="554"/>
                  </a:lnTo>
                  <a:lnTo>
                    <a:pt x="5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45"/>
            <p:cNvSpPr/>
            <p:nvPr/>
          </p:nvSpPr>
          <p:spPr>
            <a:xfrm>
              <a:off x="4296867" y="1998053"/>
              <a:ext cx="121124" cy="153481"/>
            </a:xfrm>
            <a:custGeom>
              <a:avLst/>
              <a:gdLst/>
              <a:ahLst/>
              <a:cxnLst/>
              <a:rect l="l" t="t" r="r" b="b"/>
              <a:pathLst>
                <a:path w="1838" h="2329" extrusionOk="0">
                  <a:moveTo>
                    <a:pt x="1207" y="1"/>
                  </a:moveTo>
                  <a:cubicBezTo>
                    <a:pt x="952" y="1"/>
                    <a:pt x="705" y="83"/>
                    <a:pt x="509" y="241"/>
                  </a:cubicBezTo>
                  <a:cubicBezTo>
                    <a:pt x="268" y="428"/>
                    <a:pt x="116" y="696"/>
                    <a:pt x="71" y="999"/>
                  </a:cubicBezTo>
                  <a:cubicBezTo>
                    <a:pt x="0" y="1624"/>
                    <a:pt x="446" y="2195"/>
                    <a:pt x="1071" y="2275"/>
                  </a:cubicBezTo>
                  <a:lnTo>
                    <a:pt x="1499" y="2328"/>
                  </a:lnTo>
                  <a:lnTo>
                    <a:pt x="1508" y="2328"/>
                  </a:lnTo>
                  <a:cubicBezTo>
                    <a:pt x="1543" y="2328"/>
                    <a:pt x="1570" y="2302"/>
                    <a:pt x="1579" y="2266"/>
                  </a:cubicBezTo>
                  <a:cubicBezTo>
                    <a:pt x="1579" y="2221"/>
                    <a:pt x="1552" y="2186"/>
                    <a:pt x="1517" y="2177"/>
                  </a:cubicBezTo>
                  <a:lnTo>
                    <a:pt x="1088" y="2123"/>
                  </a:lnTo>
                  <a:cubicBezTo>
                    <a:pt x="544" y="2061"/>
                    <a:pt x="152" y="1561"/>
                    <a:pt x="223" y="1017"/>
                  </a:cubicBezTo>
                  <a:cubicBezTo>
                    <a:pt x="250" y="758"/>
                    <a:pt x="384" y="517"/>
                    <a:pt x="598" y="357"/>
                  </a:cubicBezTo>
                  <a:cubicBezTo>
                    <a:pt x="775" y="218"/>
                    <a:pt x="998" y="146"/>
                    <a:pt x="1222" y="146"/>
                  </a:cubicBezTo>
                  <a:cubicBezTo>
                    <a:pt x="1258" y="146"/>
                    <a:pt x="1294" y="148"/>
                    <a:pt x="1329" y="152"/>
                  </a:cubicBezTo>
                  <a:lnTo>
                    <a:pt x="1758" y="205"/>
                  </a:lnTo>
                  <a:cubicBezTo>
                    <a:pt x="1762" y="206"/>
                    <a:pt x="1767" y="207"/>
                    <a:pt x="1771" y="207"/>
                  </a:cubicBezTo>
                  <a:cubicBezTo>
                    <a:pt x="1808" y="207"/>
                    <a:pt x="1830" y="175"/>
                    <a:pt x="1838" y="143"/>
                  </a:cubicBezTo>
                  <a:cubicBezTo>
                    <a:pt x="1838" y="98"/>
                    <a:pt x="1811" y="62"/>
                    <a:pt x="1775" y="62"/>
                  </a:cubicBezTo>
                  <a:lnTo>
                    <a:pt x="1347" y="9"/>
                  </a:lnTo>
                  <a:cubicBezTo>
                    <a:pt x="1300" y="3"/>
                    <a:pt x="1253" y="1"/>
                    <a:pt x="12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45"/>
            <p:cNvSpPr/>
            <p:nvPr/>
          </p:nvSpPr>
          <p:spPr>
            <a:xfrm>
              <a:off x="2761266" y="3263201"/>
              <a:ext cx="189331" cy="184652"/>
            </a:xfrm>
            <a:custGeom>
              <a:avLst/>
              <a:gdLst/>
              <a:ahLst/>
              <a:cxnLst/>
              <a:rect l="l" t="t" r="r" b="b"/>
              <a:pathLst>
                <a:path w="2873" h="2802" extrusionOk="0">
                  <a:moveTo>
                    <a:pt x="687" y="0"/>
                  </a:moveTo>
                  <a:lnTo>
                    <a:pt x="776" y="999"/>
                  </a:lnTo>
                  <a:lnTo>
                    <a:pt x="0" y="1641"/>
                  </a:lnTo>
                  <a:lnTo>
                    <a:pt x="982" y="1865"/>
                  </a:lnTo>
                  <a:lnTo>
                    <a:pt x="1356" y="2801"/>
                  </a:lnTo>
                  <a:lnTo>
                    <a:pt x="1874" y="1936"/>
                  </a:lnTo>
                  <a:lnTo>
                    <a:pt x="2873" y="1873"/>
                  </a:lnTo>
                  <a:lnTo>
                    <a:pt x="2213" y="1115"/>
                  </a:lnTo>
                  <a:lnTo>
                    <a:pt x="2463" y="143"/>
                  </a:lnTo>
                  <a:lnTo>
                    <a:pt x="2463" y="143"/>
                  </a:lnTo>
                  <a:lnTo>
                    <a:pt x="1535" y="535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5"/>
            <p:cNvSpPr/>
            <p:nvPr/>
          </p:nvSpPr>
          <p:spPr>
            <a:xfrm>
              <a:off x="2954684" y="2350171"/>
              <a:ext cx="142344" cy="139378"/>
            </a:xfrm>
            <a:custGeom>
              <a:avLst/>
              <a:gdLst/>
              <a:ahLst/>
              <a:cxnLst/>
              <a:rect l="l" t="t" r="r" b="b"/>
              <a:pathLst>
                <a:path w="2160" h="2115" extrusionOk="0">
                  <a:moveTo>
                    <a:pt x="1160" y="0"/>
                  </a:moveTo>
                  <a:lnTo>
                    <a:pt x="759" y="642"/>
                  </a:lnTo>
                  <a:lnTo>
                    <a:pt x="0" y="669"/>
                  </a:lnTo>
                  <a:lnTo>
                    <a:pt x="482" y="1249"/>
                  </a:lnTo>
                  <a:lnTo>
                    <a:pt x="286" y="1981"/>
                  </a:lnTo>
                  <a:lnTo>
                    <a:pt x="982" y="1704"/>
                  </a:lnTo>
                  <a:lnTo>
                    <a:pt x="1615" y="2114"/>
                  </a:lnTo>
                  <a:lnTo>
                    <a:pt x="1562" y="1365"/>
                  </a:lnTo>
                  <a:lnTo>
                    <a:pt x="2159" y="892"/>
                  </a:lnTo>
                  <a:lnTo>
                    <a:pt x="1419" y="705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FFCE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5"/>
            <p:cNvSpPr/>
            <p:nvPr/>
          </p:nvSpPr>
          <p:spPr>
            <a:xfrm>
              <a:off x="4684293" y="1560609"/>
              <a:ext cx="155854" cy="162312"/>
            </a:xfrm>
            <a:custGeom>
              <a:avLst/>
              <a:gdLst/>
              <a:ahLst/>
              <a:cxnLst/>
              <a:rect l="l" t="t" r="r" b="b"/>
              <a:pathLst>
                <a:path w="2365" h="2463" extrusionOk="0">
                  <a:moveTo>
                    <a:pt x="919" y="1"/>
                  </a:moveTo>
                  <a:lnTo>
                    <a:pt x="776" y="848"/>
                  </a:lnTo>
                  <a:lnTo>
                    <a:pt x="0" y="1214"/>
                  </a:lnTo>
                  <a:lnTo>
                    <a:pt x="758" y="1616"/>
                  </a:lnTo>
                  <a:lnTo>
                    <a:pt x="865" y="2463"/>
                  </a:lnTo>
                  <a:lnTo>
                    <a:pt x="1481" y="1865"/>
                  </a:lnTo>
                  <a:lnTo>
                    <a:pt x="2328" y="2026"/>
                  </a:lnTo>
                  <a:lnTo>
                    <a:pt x="2328" y="2026"/>
                  </a:lnTo>
                  <a:lnTo>
                    <a:pt x="1945" y="1259"/>
                  </a:lnTo>
                  <a:lnTo>
                    <a:pt x="2364" y="500"/>
                  </a:lnTo>
                  <a:lnTo>
                    <a:pt x="1508" y="634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5"/>
            <p:cNvSpPr/>
            <p:nvPr/>
          </p:nvSpPr>
          <p:spPr>
            <a:xfrm>
              <a:off x="5051686" y="3412464"/>
              <a:ext cx="134107" cy="138851"/>
            </a:xfrm>
            <a:custGeom>
              <a:avLst/>
              <a:gdLst/>
              <a:ahLst/>
              <a:cxnLst/>
              <a:rect l="l" t="t" r="r" b="b"/>
              <a:pathLst>
                <a:path w="2035" h="2107" extrusionOk="0">
                  <a:moveTo>
                    <a:pt x="1223" y="1"/>
                  </a:moveTo>
                  <a:lnTo>
                    <a:pt x="732" y="545"/>
                  </a:lnTo>
                  <a:lnTo>
                    <a:pt x="1" y="456"/>
                  </a:lnTo>
                  <a:lnTo>
                    <a:pt x="375" y="1089"/>
                  </a:lnTo>
                  <a:lnTo>
                    <a:pt x="54" y="1758"/>
                  </a:lnTo>
                  <a:lnTo>
                    <a:pt x="777" y="1598"/>
                  </a:lnTo>
                  <a:lnTo>
                    <a:pt x="1312" y="2106"/>
                  </a:lnTo>
                  <a:lnTo>
                    <a:pt x="1392" y="1375"/>
                  </a:lnTo>
                  <a:lnTo>
                    <a:pt x="2035" y="1018"/>
                  </a:lnTo>
                  <a:lnTo>
                    <a:pt x="1366" y="724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5"/>
            <p:cNvSpPr/>
            <p:nvPr/>
          </p:nvSpPr>
          <p:spPr>
            <a:xfrm>
              <a:off x="4318021" y="4122076"/>
              <a:ext cx="134107" cy="138785"/>
            </a:xfrm>
            <a:custGeom>
              <a:avLst/>
              <a:gdLst/>
              <a:ahLst/>
              <a:cxnLst/>
              <a:rect l="l" t="t" r="r" b="b"/>
              <a:pathLst>
                <a:path w="2035" h="2106" extrusionOk="0">
                  <a:moveTo>
                    <a:pt x="1222" y="1"/>
                  </a:moveTo>
                  <a:lnTo>
                    <a:pt x="732" y="545"/>
                  </a:lnTo>
                  <a:lnTo>
                    <a:pt x="0" y="456"/>
                  </a:lnTo>
                  <a:lnTo>
                    <a:pt x="0" y="456"/>
                  </a:lnTo>
                  <a:lnTo>
                    <a:pt x="375" y="1089"/>
                  </a:lnTo>
                  <a:lnTo>
                    <a:pt x="54" y="1758"/>
                  </a:lnTo>
                  <a:lnTo>
                    <a:pt x="776" y="1597"/>
                  </a:lnTo>
                  <a:lnTo>
                    <a:pt x="1312" y="2106"/>
                  </a:lnTo>
                  <a:lnTo>
                    <a:pt x="1392" y="1374"/>
                  </a:lnTo>
                  <a:lnTo>
                    <a:pt x="2034" y="1018"/>
                  </a:lnTo>
                  <a:lnTo>
                    <a:pt x="1365" y="723"/>
                  </a:lnTo>
                  <a:lnTo>
                    <a:pt x="1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5"/>
            <p:cNvSpPr/>
            <p:nvPr/>
          </p:nvSpPr>
          <p:spPr>
            <a:xfrm>
              <a:off x="4801266" y="2326630"/>
              <a:ext cx="120597" cy="125342"/>
            </a:xfrm>
            <a:custGeom>
              <a:avLst/>
              <a:gdLst/>
              <a:ahLst/>
              <a:cxnLst/>
              <a:rect l="l" t="t" r="r" b="b"/>
              <a:pathLst>
                <a:path w="1830" h="1902" extrusionOk="0">
                  <a:moveTo>
                    <a:pt x="714" y="1"/>
                  </a:moveTo>
                  <a:lnTo>
                    <a:pt x="607" y="652"/>
                  </a:lnTo>
                  <a:lnTo>
                    <a:pt x="0" y="938"/>
                  </a:lnTo>
                  <a:lnTo>
                    <a:pt x="598" y="1241"/>
                  </a:lnTo>
                  <a:lnTo>
                    <a:pt x="678" y="1901"/>
                  </a:lnTo>
                  <a:lnTo>
                    <a:pt x="1151" y="1437"/>
                  </a:lnTo>
                  <a:lnTo>
                    <a:pt x="1802" y="1562"/>
                  </a:lnTo>
                  <a:lnTo>
                    <a:pt x="1802" y="1562"/>
                  </a:lnTo>
                  <a:lnTo>
                    <a:pt x="1508" y="964"/>
                  </a:lnTo>
                  <a:lnTo>
                    <a:pt x="1829" y="384"/>
                  </a:lnTo>
                  <a:lnTo>
                    <a:pt x="1169" y="483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F1C9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5"/>
            <p:cNvSpPr/>
            <p:nvPr/>
          </p:nvSpPr>
          <p:spPr>
            <a:xfrm>
              <a:off x="3509033" y="3272559"/>
              <a:ext cx="530363" cy="858413"/>
            </a:xfrm>
            <a:custGeom>
              <a:avLst/>
              <a:gdLst/>
              <a:ahLst/>
              <a:cxnLst/>
              <a:rect l="l" t="t" r="r" b="b"/>
              <a:pathLst>
                <a:path w="8048" h="13026" extrusionOk="0">
                  <a:moveTo>
                    <a:pt x="4684" y="1"/>
                  </a:moveTo>
                  <a:lnTo>
                    <a:pt x="1" y="1499"/>
                  </a:lnTo>
                  <a:lnTo>
                    <a:pt x="4051" y="13025"/>
                  </a:lnTo>
                  <a:lnTo>
                    <a:pt x="5701" y="12499"/>
                  </a:lnTo>
                  <a:lnTo>
                    <a:pt x="3293" y="4203"/>
                  </a:lnTo>
                  <a:lnTo>
                    <a:pt x="3560" y="4113"/>
                  </a:lnTo>
                  <a:lnTo>
                    <a:pt x="6397" y="12276"/>
                  </a:lnTo>
                  <a:lnTo>
                    <a:pt x="8048" y="11750"/>
                  </a:lnTo>
                  <a:lnTo>
                    <a:pt x="46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5"/>
            <p:cNvSpPr/>
            <p:nvPr/>
          </p:nvSpPr>
          <p:spPr>
            <a:xfrm>
              <a:off x="3768877" y="4084447"/>
              <a:ext cx="124156" cy="65900"/>
            </a:xfrm>
            <a:custGeom>
              <a:avLst/>
              <a:gdLst/>
              <a:ahLst/>
              <a:cxnLst/>
              <a:rect l="l" t="t" r="r" b="b"/>
              <a:pathLst>
                <a:path w="1884" h="1000" extrusionOk="0">
                  <a:moveTo>
                    <a:pt x="1741" y="1"/>
                  </a:moveTo>
                  <a:lnTo>
                    <a:pt x="1" y="554"/>
                  </a:lnTo>
                  <a:lnTo>
                    <a:pt x="144" y="1000"/>
                  </a:lnTo>
                  <a:lnTo>
                    <a:pt x="1883" y="447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rgbClr val="242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5"/>
            <p:cNvSpPr/>
            <p:nvPr/>
          </p:nvSpPr>
          <p:spPr>
            <a:xfrm>
              <a:off x="3921171" y="4033901"/>
              <a:ext cx="129428" cy="67679"/>
            </a:xfrm>
            <a:custGeom>
              <a:avLst/>
              <a:gdLst/>
              <a:ahLst/>
              <a:cxnLst/>
              <a:rect l="l" t="t" r="r" b="b"/>
              <a:pathLst>
                <a:path w="1964" h="1027" extrusionOk="0">
                  <a:moveTo>
                    <a:pt x="1820" y="0"/>
                  </a:moveTo>
                  <a:lnTo>
                    <a:pt x="1" y="580"/>
                  </a:lnTo>
                  <a:lnTo>
                    <a:pt x="143" y="1026"/>
                  </a:lnTo>
                  <a:lnTo>
                    <a:pt x="1963" y="446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rgbClr val="242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5"/>
            <p:cNvSpPr/>
            <p:nvPr/>
          </p:nvSpPr>
          <p:spPr>
            <a:xfrm>
              <a:off x="3650125" y="3353682"/>
              <a:ext cx="107088" cy="173515"/>
            </a:xfrm>
            <a:custGeom>
              <a:avLst/>
              <a:gdLst/>
              <a:ahLst/>
              <a:cxnLst/>
              <a:rect l="l" t="t" r="r" b="b"/>
              <a:pathLst>
                <a:path w="1625" h="2633" extrusionOk="0">
                  <a:moveTo>
                    <a:pt x="786" y="1"/>
                  </a:moveTo>
                  <a:lnTo>
                    <a:pt x="715" y="28"/>
                  </a:lnTo>
                  <a:lnTo>
                    <a:pt x="1518" y="2543"/>
                  </a:lnTo>
                  <a:cubicBezTo>
                    <a:pt x="1476" y="2553"/>
                    <a:pt x="1434" y="2558"/>
                    <a:pt x="1393" y="2558"/>
                  </a:cubicBezTo>
                  <a:cubicBezTo>
                    <a:pt x="1318" y="2558"/>
                    <a:pt x="1244" y="2542"/>
                    <a:pt x="1170" y="2508"/>
                  </a:cubicBezTo>
                  <a:cubicBezTo>
                    <a:pt x="483" y="2151"/>
                    <a:pt x="81" y="251"/>
                    <a:pt x="72" y="233"/>
                  </a:cubicBezTo>
                  <a:lnTo>
                    <a:pt x="1" y="251"/>
                  </a:lnTo>
                  <a:cubicBezTo>
                    <a:pt x="19" y="331"/>
                    <a:pt x="411" y="2204"/>
                    <a:pt x="1134" y="2570"/>
                  </a:cubicBezTo>
                  <a:cubicBezTo>
                    <a:pt x="1223" y="2615"/>
                    <a:pt x="1303" y="2633"/>
                    <a:pt x="1393" y="2633"/>
                  </a:cubicBezTo>
                  <a:cubicBezTo>
                    <a:pt x="1464" y="2633"/>
                    <a:pt x="1544" y="2615"/>
                    <a:pt x="1625" y="2579"/>
                  </a:cubicBezTo>
                  <a:lnTo>
                    <a:pt x="1589" y="2517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242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5"/>
            <p:cNvSpPr/>
            <p:nvPr/>
          </p:nvSpPr>
          <p:spPr>
            <a:xfrm>
              <a:off x="3549034" y="3312560"/>
              <a:ext cx="267554" cy="142344"/>
            </a:xfrm>
            <a:custGeom>
              <a:avLst/>
              <a:gdLst/>
              <a:ahLst/>
              <a:cxnLst/>
              <a:rect l="l" t="t" r="r" b="b"/>
              <a:pathLst>
                <a:path w="4060" h="2160" extrusionOk="0">
                  <a:moveTo>
                    <a:pt x="3926" y="0"/>
                  </a:moveTo>
                  <a:lnTo>
                    <a:pt x="1" y="1249"/>
                  </a:lnTo>
                  <a:lnTo>
                    <a:pt x="18" y="1321"/>
                  </a:lnTo>
                  <a:lnTo>
                    <a:pt x="696" y="1107"/>
                  </a:lnTo>
                  <a:lnTo>
                    <a:pt x="696" y="1107"/>
                  </a:lnTo>
                  <a:cubicBezTo>
                    <a:pt x="732" y="1187"/>
                    <a:pt x="946" y="1776"/>
                    <a:pt x="384" y="2088"/>
                  </a:cubicBezTo>
                  <a:lnTo>
                    <a:pt x="420" y="2159"/>
                  </a:lnTo>
                  <a:cubicBezTo>
                    <a:pt x="1018" y="1820"/>
                    <a:pt x="812" y="1187"/>
                    <a:pt x="768" y="1089"/>
                  </a:cubicBezTo>
                  <a:lnTo>
                    <a:pt x="3043" y="357"/>
                  </a:lnTo>
                  <a:cubicBezTo>
                    <a:pt x="3078" y="455"/>
                    <a:pt x="3319" y="1080"/>
                    <a:pt x="3944" y="1080"/>
                  </a:cubicBezTo>
                  <a:cubicBezTo>
                    <a:pt x="3979" y="1080"/>
                    <a:pt x="4015" y="1080"/>
                    <a:pt x="4060" y="1071"/>
                  </a:cubicBezTo>
                  <a:lnTo>
                    <a:pt x="4051" y="1000"/>
                  </a:lnTo>
                  <a:cubicBezTo>
                    <a:pt x="4016" y="1003"/>
                    <a:pt x="3983" y="1005"/>
                    <a:pt x="3950" y="1005"/>
                  </a:cubicBezTo>
                  <a:cubicBezTo>
                    <a:pt x="3373" y="1005"/>
                    <a:pt x="3148" y="432"/>
                    <a:pt x="3114" y="339"/>
                  </a:cubicBezTo>
                  <a:lnTo>
                    <a:pt x="3944" y="72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242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21" name="Google Shape;3121;p45"/>
            <p:cNvGrpSpPr/>
            <p:nvPr/>
          </p:nvGrpSpPr>
          <p:grpSpPr>
            <a:xfrm>
              <a:off x="2967005" y="1837520"/>
              <a:ext cx="2732016" cy="2592111"/>
              <a:chOff x="2967005" y="1837520"/>
              <a:chExt cx="2732016" cy="2592111"/>
            </a:xfrm>
          </p:grpSpPr>
          <p:sp>
            <p:nvSpPr>
              <p:cNvPr id="3122" name="Google Shape;3122;p45"/>
              <p:cNvSpPr/>
              <p:nvPr/>
            </p:nvSpPr>
            <p:spPr>
              <a:xfrm>
                <a:off x="2967005" y="3414244"/>
                <a:ext cx="87647" cy="8824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339" extrusionOk="0">
                    <a:moveTo>
                      <a:pt x="670" y="188"/>
                    </a:moveTo>
                    <a:cubicBezTo>
                      <a:pt x="928" y="188"/>
                      <a:pt x="1151" y="402"/>
                      <a:pt x="1151" y="670"/>
                    </a:cubicBezTo>
                    <a:cubicBezTo>
                      <a:pt x="1151" y="937"/>
                      <a:pt x="928" y="1152"/>
                      <a:pt x="670" y="1152"/>
                    </a:cubicBezTo>
                    <a:cubicBezTo>
                      <a:pt x="402" y="1152"/>
                      <a:pt x="188" y="937"/>
                      <a:pt x="188" y="670"/>
                    </a:cubicBezTo>
                    <a:cubicBezTo>
                      <a:pt x="188" y="402"/>
                      <a:pt x="402" y="188"/>
                      <a:pt x="670" y="188"/>
                    </a:cubicBezTo>
                    <a:close/>
                    <a:moveTo>
                      <a:pt x="670" y="1"/>
                    </a:moveTo>
                    <a:cubicBezTo>
                      <a:pt x="295" y="1"/>
                      <a:pt x="1" y="304"/>
                      <a:pt x="1" y="670"/>
                    </a:cubicBezTo>
                    <a:cubicBezTo>
                      <a:pt x="1" y="1036"/>
                      <a:pt x="295" y="1339"/>
                      <a:pt x="670" y="1339"/>
                    </a:cubicBezTo>
                    <a:cubicBezTo>
                      <a:pt x="1036" y="1339"/>
                      <a:pt x="1330" y="1036"/>
                      <a:pt x="1330" y="670"/>
                    </a:cubicBezTo>
                    <a:cubicBezTo>
                      <a:pt x="1330" y="304"/>
                      <a:pt x="1036" y="1"/>
                      <a:pt x="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45"/>
              <p:cNvSpPr/>
              <p:nvPr/>
            </p:nvSpPr>
            <p:spPr>
              <a:xfrm>
                <a:off x="3453809" y="3030969"/>
                <a:ext cx="87647" cy="87647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330" extrusionOk="0">
                    <a:moveTo>
                      <a:pt x="669" y="188"/>
                    </a:moveTo>
                    <a:cubicBezTo>
                      <a:pt x="928" y="188"/>
                      <a:pt x="1151" y="402"/>
                      <a:pt x="1151" y="669"/>
                    </a:cubicBezTo>
                    <a:cubicBezTo>
                      <a:pt x="1151" y="928"/>
                      <a:pt x="928" y="1151"/>
                      <a:pt x="669" y="1151"/>
                    </a:cubicBezTo>
                    <a:cubicBezTo>
                      <a:pt x="402" y="1151"/>
                      <a:pt x="188" y="928"/>
                      <a:pt x="188" y="669"/>
                    </a:cubicBezTo>
                    <a:cubicBezTo>
                      <a:pt x="188" y="402"/>
                      <a:pt x="402" y="188"/>
                      <a:pt x="669" y="188"/>
                    </a:cubicBezTo>
                    <a:close/>
                    <a:moveTo>
                      <a:pt x="669" y="0"/>
                    </a:moveTo>
                    <a:cubicBezTo>
                      <a:pt x="295" y="0"/>
                      <a:pt x="0" y="295"/>
                      <a:pt x="0" y="669"/>
                    </a:cubicBezTo>
                    <a:cubicBezTo>
                      <a:pt x="0" y="1035"/>
                      <a:pt x="295" y="1329"/>
                      <a:pt x="669" y="1329"/>
                    </a:cubicBezTo>
                    <a:cubicBezTo>
                      <a:pt x="1035" y="1329"/>
                      <a:pt x="1330" y="1035"/>
                      <a:pt x="1330" y="669"/>
                    </a:cubicBezTo>
                    <a:cubicBezTo>
                      <a:pt x="1330" y="295"/>
                      <a:pt x="1035" y="0"/>
                      <a:pt x="6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45"/>
              <p:cNvSpPr/>
              <p:nvPr/>
            </p:nvSpPr>
            <p:spPr>
              <a:xfrm>
                <a:off x="5610782" y="3194401"/>
                <a:ext cx="88240" cy="87647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330" extrusionOk="0">
                    <a:moveTo>
                      <a:pt x="670" y="188"/>
                    </a:moveTo>
                    <a:cubicBezTo>
                      <a:pt x="937" y="188"/>
                      <a:pt x="1151" y="402"/>
                      <a:pt x="1151" y="669"/>
                    </a:cubicBezTo>
                    <a:cubicBezTo>
                      <a:pt x="1151" y="928"/>
                      <a:pt x="937" y="1151"/>
                      <a:pt x="670" y="1151"/>
                    </a:cubicBezTo>
                    <a:cubicBezTo>
                      <a:pt x="402" y="1151"/>
                      <a:pt x="188" y="928"/>
                      <a:pt x="188" y="669"/>
                    </a:cubicBezTo>
                    <a:cubicBezTo>
                      <a:pt x="188" y="402"/>
                      <a:pt x="402" y="188"/>
                      <a:pt x="670" y="188"/>
                    </a:cubicBezTo>
                    <a:close/>
                    <a:moveTo>
                      <a:pt x="670" y="0"/>
                    </a:moveTo>
                    <a:cubicBezTo>
                      <a:pt x="304" y="0"/>
                      <a:pt x="1" y="295"/>
                      <a:pt x="1" y="669"/>
                    </a:cubicBezTo>
                    <a:cubicBezTo>
                      <a:pt x="1" y="1035"/>
                      <a:pt x="304" y="1329"/>
                      <a:pt x="670" y="1329"/>
                    </a:cubicBezTo>
                    <a:cubicBezTo>
                      <a:pt x="1035" y="1329"/>
                      <a:pt x="1339" y="1035"/>
                      <a:pt x="1339" y="669"/>
                    </a:cubicBezTo>
                    <a:cubicBezTo>
                      <a:pt x="1339" y="295"/>
                      <a:pt x="1035" y="0"/>
                      <a:pt x="6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45"/>
              <p:cNvSpPr/>
              <p:nvPr/>
            </p:nvSpPr>
            <p:spPr>
              <a:xfrm>
                <a:off x="4549660" y="4341984"/>
                <a:ext cx="87647" cy="87647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330" extrusionOk="0">
                    <a:moveTo>
                      <a:pt x="660" y="178"/>
                    </a:moveTo>
                    <a:cubicBezTo>
                      <a:pt x="928" y="178"/>
                      <a:pt x="1142" y="401"/>
                      <a:pt x="1142" y="660"/>
                    </a:cubicBezTo>
                    <a:cubicBezTo>
                      <a:pt x="1142" y="928"/>
                      <a:pt x="928" y="1142"/>
                      <a:pt x="660" y="1142"/>
                    </a:cubicBezTo>
                    <a:cubicBezTo>
                      <a:pt x="402" y="1142"/>
                      <a:pt x="179" y="928"/>
                      <a:pt x="179" y="660"/>
                    </a:cubicBezTo>
                    <a:cubicBezTo>
                      <a:pt x="179" y="401"/>
                      <a:pt x="402" y="178"/>
                      <a:pt x="660" y="178"/>
                    </a:cubicBezTo>
                    <a:close/>
                    <a:moveTo>
                      <a:pt x="660" y="0"/>
                    </a:moveTo>
                    <a:cubicBezTo>
                      <a:pt x="295" y="0"/>
                      <a:pt x="0" y="294"/>
                      <a:pt x="0" y="660"/>
                    </a:cubicBezTo>
                    <a:cubicBezTo>
                      <a:pt x="0" y="1035"/>
                      <a:pt x="295" y="1329"/>
                      <a:pt x="660" y="1329"/>
                    </a:cubicBezTo>
                    <a:cubicBezTo>
                      <a:pt x="1035" y="1329"/>
                      <a:pt x="1329" y="1035"/>
                      <a:pt x="1329" y="660"/>
                    </a:cubicBezTo>
                    <a:cubicBezTo>
                      <a:pt x="1329" y="294"/>
                      <a:pt x="1035" y="0"/>
                      <a:pt x="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45"/>
              <p:cNvSpPr/>
              <p:nvPr/>
            </p:nvSpPr>
            <p:spPr>
              <a:xfrm>
                <a:off x="3613682" y="4185603"/>
                <a:ext cx="12455" cy="10293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562" extrusionOk="0">
                    <a:moveTo>
                      <a:pt x="1" y="0"/>
                    </a:moveTo>
                    <a:lnTo>
                      <a:pt x="1" y="1561"/>
                    </a:lnTo>
                    <a:lnTo>
                      <a:pt x="188" y="15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5"/>
              <p:cNvSpPr/>
              <p:nvPr/>
            </p:nvSpPr>
            <p:spPr>
              <a:xfrm>
                <a:off x="3568409" y="4230811"/>
                <a:ext cx="103002" cy="12455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89" extrusionOk="0">
                    <a:moveTo>
                      <a:pt x="1" y="1"/>
                    </a:moveTo>
                    <a:lnTo>
                      <a:pt x="1" y="188"/>
                    </a:lnTo>
                    <a:lnTo>
                      <a:pt x="1562" y="188"/>
                    </a:lnTo>
                    <a:lnTo>
                      <a:pt x="1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5"/>
              <p:cNvSpPr/>
              <p:nvPr/>
            </p:nvSpPr>
            <p:spPr>
              <a:xfrm>
                <a:off x="4954088" y="1837520"/>
                <a:ext cx="11862" cy="102936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62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179" y="1562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5"/>
              <p:cNvSpPr/>
              <p:nvPr/>
            </p:nvSpPr>
            <p:spPr>
              <a:xfrm>
                <a:off x="4908815" y="1882794"/>
                <a:ext cx="102409" cy="12389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88" extrusionOk="0">
                    <a:moveTo>
                      <a:pt x="1" y="1"/>
                    </a:moveTo>
                    <a:lnTo>
                      <a:pt x="1" y="188"/>
                    </a:lnTo>
                    <a:lnTo>
                      <a:pt x="1553" y="188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5"/>
              <p:cNvSpPr/>
              <p:nvPr/>
            </p:nvSpPr>
            <p:spPr>
              <a:xfrm>
                <a:off x="5554964" y="3364292"/>
                <a:ext cx="12389" cy="102936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562" extrusionOk="0">
                    <a:moveTo>
                      <a:pt x="0" y="0"/>
                    </a:moveTo>
                    <a:lnTo>
                      <a:pt x="0" y="1562"/>
                    </a:lnTo>
                    <a:lnTo>
                      <a:pt x="187" y="1562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5"/>
              <p:cNvSpPr/>
              <p:nvPr/>
            </p:nvSpPr>
            <p:spPr>
              <a:xfrm>
                <a:off x="5509691" y="3409565"/>
                <a:ext cx="102936" cy="12389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88" extrusionOk="0">
                    <a:moveTo>
                      <a:pt x="0" y="0"/>
                    </a:moveTo>
                    <a:lnTo>
                      <a:pt x="0" y="188"/>
                    </a:lnTo>
                    <a:lnTo>
                      <a:pt x="1561" y="188"/>
                    </a:lnTo>
                    <a:lnTo>
                      <a:pt x="156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5"/>
              <p:cNvSpPr/>
              <p:nvPr/>
            </p:nvSpPr>
            <p:spPr>
              <a:xfrm>
                <a:off x="3182762" y="2417770"/>
                <a:ext cx="12455" cy="10293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562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188" y="1562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5"/>
              <p:cNvSpPr/>
              <p:nvPr/>
            </p:nvSpPr>
            <p:spPr>
              <a:xfrm>
                <a:off x="3137489" y="2463043"/>
                <a:ext cx="102936" cy="12389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88" extrusionOk="0">
                    <a:moveTo>
                      <a:pt x="1" y="1"/>
                    </a:moveTo>
                    <a:lnTo>
                      <a:pt x="1" y="188"/>
                    </a:lnTo>
                    <a:lnTo>
                      <a:pt x="1562" y="188"/>
                    </a:lnTo>
                    <a:lnTo>
                      <a:pt x="1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4" name="Google Shape;3134;p45"/>
          <p:cNvSpPr/>
          <p:nvPr/>
        </p:nvSpPr>
        <p:spPr>
          <a:xfrm>
            <a:off x="1125818" y="1905991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5" name="Google Shape;3135;p45"/>
          <p:cNvSpPr/>
          <p:nvPr/>
        </p:nvSpPr>
        <p:spPr>
          <a:xfrm>
            <a:off x="2857093" y="1306741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6" name="Google Shape;3136;p45"/>
          <p:cNvSpPr/>
          <p:nvPr/>
        </p:nvSpPr>
        <p:spPr>
          <a:xfrm>
            <a:off x="3171793" y="1905991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7" name="Google Shape;3137;p45"/>
          <p:cNvSpPr/>
          <p:nvPr/>
        </p:nvSpPr>
        <p:spPr>
          <a:xfrm>
            <a:off x="1268743" y="3283066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8" name="Google Shape;3138;p45"/>
          <p:cNvSpPr/>
          <p:nvPr/>
        </p:nvSpPr>
        <p:spPr>
          <a:xfrm>
            <a:off x="2993093" y="3770291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9" name="Google Shape;3139;p45"/>
          <p:cNvSpPr/>
          <p:nvPr/>
        </p:nvSpPr>
        <p:spPr>
          <a:xfrm>
            <a:off x="3614443" y="3138954"/>
            <a:ext cx="314700" cy="31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235950"/>
      </p:ext>
    </p:extLst>
  </p:cSld>
  <p:clrMapOvr>
    <a:masterClrMapping/>
  </p:clrMapOvr>
</p:sld>
</file>

<file path=ppt/theme/theme1.xml><?xml version="1.0" encoding="utf-8"?>
<a:theme xmlns:a="http://schemas.openxmlformats.org/drawingml/2006/main" name="Online Shopping Sales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00C0F3"/>
      </a:accent1>
      <a:accent2>
        <a:srgbClr val="FF6D2F"/>
      </a:accent2>
      <a:accent3>
        <a:srgbClr val="FBBF10"/>
      </a:accent3>
      <a:accent4>
        <a:srgbClr val="00CC74"/>
      </a:accent4>
      <a:accent5>
        <a:srgbClr val="EF2929"/>
      </a:accent5>
      <a:accent6>
        <a:srgbClr val="165C7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314</Words>
  <Application>Microsoft Office PowerPoint</Application>
  <PresentationFormat>On-screen Show (16:9)</PresentationFormat>
  <Paragraphs>68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Wingdings</vt:lpstr>
      <vt:lpstr>Roboto</vt:lpstr>
      <vt:lpstr>Rockwell</vt:lpstr>
      <vt:lpstr>Fira Sans Extra Condensed</vt:lpstr>
      <vt:lpstr>Arial</vt:lpstr>
      <vt:lpstr>Fira Sans</vt:lpstr>
      <vt:lpstr>Online Shopping Sales Infographics by Slidesgo</vt:lpstr>
      <vt:lpstr>PowerPoint Presentation</vt:lpstr>
      <vt:lpstr>SMART CITIES: SMART SHOPPING</vt:lpstr>
      <vt:lpstr>Project Problem Statements</vt:lpstr>
      <vt:lpstr>Project Objectives</vt:lpstr>
      <vt:lpstr>System Design</vt:lpstr>
      <vt:lpstr>Unique Features 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Tan Yi Fei</cp:lastModifiedBy>
  <cp:revision>1</cp:revision>
  <dcterms:modified xsi:type="dcterms:W3CDTF">2024-09-10T09:41:35Z</dcterms:modified>
</cp:coreProperties>
</file>