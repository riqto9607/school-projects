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4"/>
  </p:notesMasterIdLst>
  <p:sldIdLst>
    <p:sldId id="256" r:id="rId2"/>
    <p:sldId id="269" r:id="rId3"/>
    <p:sldId id="273" r:id="rId4"/>
    <p:sldId id="297" r:id="rId5"/>
    <p:sldId id="309" r:id="rId6"/>
    <p:sldId id="310" r:id="rId7"/>
    <p:sldId id="311" r:id="rId8"/>
    <p:sldId id="303" r:id="rId9"/>
    <p:sldId id="318" r:id="rId10"/>
    <p:sldId id="319" r:id="rId11"/>
    <p:sldId id="320" r:id="rId12"/>
    <p:sldId id="321" r:id="rId13"/>
    <p:sldId id="322" r:id="rId14"/>
    <p:sldId id="323" r:id="rId15"/>
    <p:sldId id="325" r:id="rId16"/>
    <p:sldId id="324" r:id="rId17"/>
    <p:sldId id="326" r:id="rId18"/>
    <p:sldId id="305" r:id="rId19"/>
    <p:sldId id="306" r:id="rId20"/>
    <p:sldId id="307" r:id="rId21"/>
    <p:sldId id="308" r:id="rId22"/>
    <p:sldId id="26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DFBD"/>
    <a:srgbClr val="F9E5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9946" autoAdjust="0"/>
  </p:normalViewPr>
  <p:slideViewPr>
    <p:cSldViewPr snapToGrid="0">
      <p:cViewPr varScale="1">
        <p:scale>
          <a:sx n="76" d="100"/>
          <a:sy n="76" d="100"/>
        </p:scale>
        <p:origin x="94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CE3BFF-7398-4442-B5FC-F79E5DDBB20A}" type="datetimeFigureOut">
              <a:rPr lang="en-MY" smtClean="0"/>
              <a:t>24/7/2025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0C9100-2CB5-4C4C-B1B1-28D67B8F857D}" type="slidenum">
              <a:rPr lang="en-MY" smtClean="0"/>
              <a:t>‹#›</a:t>
            </a:fld>
            <a:endParaRPr lang="en-MY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345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D12A6-918A-48BD-8CB9-CA713993B0EA}" type="datetime1">
              <a:rPr lang="en-US" smtClean="0"/>
              <a:t>7/24/2025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t>7/24/2025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A2B21-3FCD-4721-B95C-427943F61125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anose="02020404030301010803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emf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6600" y="1450831"/>
            <a:ext cx="6066920" cy="4312402"/>
          </a:xfrm>
        </p:spPr>
        <p:txBody>
          <a:bodyPr anchor="ctr">
            <a:normAutofit/>
          </a:bodyPr>
          <a:lstStyle/>
          <a:p>
            <a:r>
              <a:rPr lang="en-MY" sz="48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Group Name:</a:t>
            </a:r>
            <a:br>
              <a:rPr lang="en-MY" sz="4800" dirty="0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MY" sz="4800" noProof="1">
                <a:solidFill>
                  <a:schemeClr val="tx1"/>
                </a:solidFill>
                <a:latin typeface="Adobe Gothic Std B" panose="020B0800000000000000" pitchFamily="34" charset="-128"/>
                <a:ea typeface="Adobe Gothic Std B" panose="020B0800000000000000" pitchFamily="34" charset="-128"/>
              </a:rPr>
              <a:t>Purrfectly meow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867" y="0"/>
            <a:ext cx="12193867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630501" y="4212709"/>
            <a:ext cx="10905302" cy="1997060"/>
          </a:xfrm>
          <a:prstGeom prst="rect">
            <a:avLst/>
          </a:prstGeom>
          <a:solidFill>
            <a:srgbClr val="65564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7" name="Rectangle 1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793348" y="4379135"/>
            <a:ext cx="10579608" cy="1664208"/>
          </a:xfrm>
          <a:prstGeom prst="rect">
            <a:avLst/>
          </a:prstGeom>
          <a:noFill/>
          <a:ln w="6350" cap="sq" cmpd="sng" algn="ctr">
            <a:solidFill>
              <a:srgbClr val="FFFFFF"/>
            </a:solidFill>
            <a:prstDash val="solid"/>
            <a:miter lim="800000"/>
          </a:ln>
          <a:effectLst/>
        </p:spPr>
      </p:sp>
      <p:sp>
        <p:nvSpPr>
          <p:cNvPr id="9" name="Oval 8"/>
          <p:cNvSpPr/>
          <p:nvPr/>
        </p:nvSpPr>
        <p:spPr>
          <a:xfrm>
            <a:off x="3326505" y="137471"/>
            <a:ext cx="5513294" cy="1035423"/>
          </a:xfrm>
          <a:prstGeom prst="ellipse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3600" dirty="0">
                <a:solidFill>
                  <a:schemeClr val="tx1"/>
                </a:solidFill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Group Members</a:t>
            </a:r>
            <a:endParaRPr lang="en-MY" sz="3600" dirty="0">
              <a:solidFill>
                <a:schemeClr val="tx1"/>
              </a:solidFill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  <p:graphicFrame>
        <p:nvGraphicFramePr>
          <p:cNvPr id="2" name="Table 6"/>
          <p:cNvGraphicFramePr>
            <a:graphicFrameLocks noGrp="1"/>
          </p:cNvGraphicFramePr>
          <p:nvPr/>
        </p:nvGraphicFramePr>
        <p:xfrm>
          <a:off x="1003520" y="3305018"/>
          <a:ext cx="10183091" cy="31664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2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9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43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781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197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5019">
                <a:tc>
                  <a:txBody>
                    <a:bodyPr/>
                    <a:lstStyle/>
                    <a:p>
                      <a:r>
                        <a:rPr lang="en-MY" dirty="0"/>
                        <a:t>Student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noProof="1"/>
                        <a:t>Foo Kar Yeng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noProof="1"/>
                        <a:t>Liew Ren Yi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Tan Yi Fei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Wong Pei Kei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363">
                <a:tc>
                  <a:txBody>
                    <a:bodyPr/>
                    <a:lstStyle/>
                    <a:p>
                      <a:r>
                        <a:rPr lang="en-MY" dirty="0"/>
                        <a:t>Student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noProof="1"/>
                        <a:t>23ACB00422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noProof="1"/>
                        <a:t>23ACB00434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22ACB00842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22ACB07466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019">
                <a:tc>
                  <a:txBody>
                    <a:bodyPr/>
                    <a:lstStyle/>
                    <a:p>
                      <a:r>
                        <a:rPr lang="en-MY" dirty="0"/>
                        <a:t>Practical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noProof="1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noProof="1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P2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5019">
                <a:tc>
                  <a:txBody>
                    <a:bodyPr/>
                    <a:lstStyle/>
                    <a:p>
                      <a:r>
                        <a:rPr lang="en-MY" dirty="0"/>
                        <a:t>Web pages created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mainpage.html</a:t>
                      </a:r>
                    </a:p>
                    <a:p>
                      <a:pPr algn="ctr"/>
                      <a:r>
                        <a:rPr lang="en-MY" dirty="0"/>
                        <a:t>appointment.html</a:t>
                      </a:r>
                    </a:p>
                    <a:p>
                      <a:pPr algn="ctr"/>
                      <a:r>
                        <a:rPr lang="en-MY" dirty="0"/>
                        <a:t>FAQs.html</a:t>
                      </a:r>
                    </a:p>
                    <a:p>
                      <a:pPr algn="ctr"/>
                      <a:endParaRPr lang="en-MY" dirty="0"/>
                    </a:p>
                    <a:p>
                      <a:pPr algn="ctr"/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service.html</a:t>
                      </a:r>
                    </a:p>
                    <a:p>
                      <a:pPr algn="ctr"/>
                      <a:r>
                        <a:rPr lang="en-MY" dirty="0"/>
                        <a:t>daycare.html</a:t>
                      </a:r>
                    </a:p>
                    <a:p>
                      <a:pPr algn="ctr"/>
                      <a:r>
                        <a:rPr lang="en-MY" dirty="0"/>
                        <a:t>boarding.html</a:t>
                      </a:r>
                    </a:p>
                    <a:p>
                      <a:pPr algn="ctr"/>
                      <a:r>
                        <a:rPr lang="en-MY" dirty="0"/>
                        <a:t>grooming.html</a:t>
                      </a:r>
                    </a:p>
                    <a:p>
                      <a:pPr algn="ctr"/>
                      <a:r>
                        <a:rPr lang="en-MY" dirty="0"/>
                        <a:t>training.html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login.html</a:t>
                      </a:r>
                    </a:p>
                    <a:p>
                      <a:pPr algn="ctr"/>
                      <a:r>
                        <a:rPr lang="en-MY" dirty="0"/>
                        <a:t>donation.html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dirty="0"/>
                        <a:t>aboutus.html</a:t>
                      </a:r>
                    </a:p>
                    <a:p>
                      <a:pPr algn="ctr"/>
                      <a:r>
                        <a:rPr lang="en-MY" dirty="0"/>
                        <a:t>givingback.html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 descr="A person with braces smiling&#10;&#10;Description automatically generated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2185" y="1244942"/>
            <a:ext cx="1420368" cy="1988028"/>
          </a:xfrm>
          <a:prstGeom prst="rect">
            <a:avLst/>
          </a:prstGeom>
        </p:spPr>
      </p:pic>
      <p:pic>
        <p:nvPicPr>
          <p:cNvPr id="7" name="Picture 6" descr="A person with long black hair&#10;&#10;Description automatically generated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185" y="1235448"/>
            <a:ext cx="1378528" cy="1982262"/>
          </a:xfrm>
          <a:prstGeom prst="rect">
            <a:avLst/>
          </a:prstGeom>
        </p:spPr>
      </p:pic>
      <p:pic>
        <p:nvPicPr>
          <p:cNvPr id="14" name="Picture 13" descr="A person wearing glasses and smiling&#10;&#10;Description automatically generated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6187" y="1224712"/>
            <a:ext cx="1420368" cy="20037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BE8537-8C2D-259B-9763-ACBC506A51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62343" y="1172894"/>
            <a:ext cx="1571223" cy="20363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SG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SG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(Member 1 - &lt;LIEW REN YI&gt;)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Present &amp; demo web pages that had been develop and include what technologies that had been applied.</a:t>
            </a:r>
            <a:endParaRPr lang="en-MY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SG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SG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(Member 2 - &lt;FOO KAR YENG&gt;)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Present &amp; demo web pages that had been develop and include what technologies that had been applied.</a:t>
            </a:r>
            <a:endParaRPr lang="en-MY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MY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4235" r="919" b="5968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9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hat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92" r="1051"/>
          <a:stretch>
            <a:fillRect/>
          </a:stretch>
        </p:blipFill>
        <p:spPr>
          <a:xfrm>
            <a:off x="0" y="0"/>
            <a:ext cx="12192000" cy="6930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SG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SG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(Member 3 - &lt;WONG PEI KEI&gt;)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Present &amp; demo web pages that had been develop and include what technologies that had been applied.</a:t>
            </a:r>
            <a:endParaRPr lang="en-MY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MY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iving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3-09-17 1520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3-09-17 1520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outu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3-09-17 1521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3-09-17 1522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3-09-17 152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5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3-09-17 1523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3-09-17 152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"/>
            <a:ext cx="12192000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</a:br>
            <a:r>
              <a:rPr lang="en-US" sz="36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(Member 4 - &lt;TAN YI FEI&gt;)</a:t>
            </a:r>
            <a:endParaRPr lang="en-MY" sz="3600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Present &amp; demo web pages that had been develop and include what technologies that had been applied.</a:t>
            </a:r>
            <a:endParaRPr lang="en-MY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  <a:p>
            <a:endParaRPr lang="en-MY" dirty="0">
              <a:latin typeface="Adobe Fan Heiti Std B" panose="020B0700000000000000" pitchFamily="34" charset="-128"/>
              <a:ea typeface="Adobe Fan Heiti Std B" panose="020B0700000000000000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66835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68358"/>
            <a:ext cx="12192000" cy="31945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pic>
        <p:nvPicPr>
          <p:cNvPr id="1026" name="Picture 2" descr="“thank you”的图片搜索结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-1"/>
            <a:ext cx="12210757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Savon">
      <a:maj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185</Words>
  <Application>Microsoft Office PowerPoint</Application>
  <PresentationFormat>Widescreen</PresentationFormat>
  <Paragraphs>38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Adobe Fan Heiti Std B</vt:lpstr>
      <vt:lpstr>Adobe Gothic Std B</vt:lpstr>
      <vt:lpstr>Calibri</vt:lpstr>
      <vt:lpstr>Garamond</vt:lpstr>
      <vt:lpstr>Savon</vt:lpstr>
      <vt:lpstr>Group Name: Purrfectly meow</vt:lpstr>
      <vt:lpstr>PowerPoint Presentation</vt:lpstr>
      <vt:lpstr> (Member 1 - &lt;LIEW REN YI&gt;)</vt:lpstr>
      <vt:lpstr> (Member 2 - &lt;FOO KAR YENG&gt;)</vt:lpstr>
      <vt:lpstr>PowerPoint Presentation</vt:lpstr>
      <vt:lpstr>PowerPoint Presentation</vt:lpstr>
      <vt:lpstr>PowerPoint Presentation</vt:lpstr>
      <vt:lpstr> (Member 3 - &lt;WONG PEI KEI&gt;)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(Member 4 - &lt;TAN YI FEI&gt;)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3 Flixgo cinemas</dc:title>
  <dc:creator>office 365</dc:creator>
  <cp:lastModifiedBy>WONG PEI KEI</cp:lastModifiedBy>
  <cp:revision>22</cp:revision>
  <dcterms:created xsi:type="dcterms:W3CDTF">2019-11-27T19:41:00Z</dcterms:created>
  <dcterms:modified xsi:type="dcterms:W3CDTF">2025-07-24T04:50:43Z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07F0BE44C4DA4F4C8584AB2683B0C2C2_12</vt:lpwstr>
  </property>
  <property fmtid="{D5CDD505-2E9C-101B-9397-08002B2CF9AE}" pid="3" name="KSOProductBuildVer">
    <vt:lpwstr>1033-12.2.0.13201</vt:lpwstr>
  </property>
</Properties>
</file>